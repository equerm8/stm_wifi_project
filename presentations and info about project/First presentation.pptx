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55760C-E3D3-46A9-AE56-5ACF6A3886F5}" v="14" dt="2026-05-13T21:41:46.6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9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el S" userId="33a534d834bb57d4" providerId="LiveId" clId="{E560C73B-C6F7-4310-8CE0-F686C575AC45}"/>
    <pc:docChg chg="undo custSel addSld delSld modSld">
      <pc:chgData name="Marcel S" userId="33a534d834bb57d4" providerId="LiveId" clId="{E560C73B-C6F7-4310-8CE0-F686C575AC45}" dt="2026-05-14T15:13:51.231" v="242" actId="12"/>
      <pc:docMkLst>
        <pc:docMk/>
      </pc:docMkLst>
      <pc:sldChg chg="modSp mod">
        <pc:chgData name="Marcel S" userId="33a534d834bb57d4" providerId="LiveId" clId="{E560C73B-C6F7-4310-8CE0-F686C575AC45}" dt="2026-05-13T21:16:43.249" v="0" actId="20577"/>
        <pc:sldMkLst>
          <pc:docMk/>
          <pc:sldMk cId="1483427923" sldId="256"/>
        </pc:sldMkLst>
        <pc:spChg chg="mod">
          <ac:chgData name="Marcel S" userId="33a534d834bb57d4" providerId="LiveId" clId="{E560C73B-C6F7-4310-8CE0-F686C575AC45}" dt="2026-05-13T21:16:43.249" v="0" actId="20577"/>
          <ac:spMkLst>
            <pc:docMk/>
            <pc:sldMk cId="1483427923" sldId="256"/>
            <ac:spMk id="3" creationId="{5336ED79-C427-B399-7FFD-51148F90D155}"/>
          </ac:spMkLst>
        </pc:spChg>
      </pc:sldChg>
      <pc:sldChg chg="modSp mod">
        <pc:chgData name="Marcel S" userId="33a534d834bb57d4" providerId="LiveId" clId="{E560C73B-C6F7-4310-8CE0-F686C575AC45}" dt="2026-05-14T15:13:51.231" v="242" actId="12"/>
        <pc:sldMkLst>
          <pc:docMk/>
          <pc:sldMk cId="3787430092" sldId="259"/>
        </pc:sldMkLst>
        <pc:spChg chg="mod">
          <ac:chgData name="Marcel S" userId="33a534d834bb57d4" providerId="LiveId" clId="{E560C73B-C6F7-4310-8CE0-F686C575AC45}" dt="2026-05-14T15:13:51.231" v="242" actId="12"/>
          <ac:spMkLst>
            <pc:docMk/>
            <pc:sldMk cId="3787430092" sldId="259"/>
            <ac:spMk id="3" creationId="{3746FB57-FA4D-9217-E0EC-E7E66E6E7D4D}"/>
          </ac:spMkLst>
        </pc:spChg>
      </pc:sldChg>
      <pc:sldChg chg="modSp new mod">
        <pc:chgData name="Marcel S" userId="33a534d834bb57d4" providerId="LiveId" clId="{E560C73B-C6F7-4310-8CE0-F686C575AC45}" dt="2026-05-13T21:41:49.663" v="240" actId="122"/>
        <pc:sldMkLst>
          <pc:docMk/>
          <pc:sldMk cId="1647641580" sldId="260"/>
        </pc:sldMkLst>
        <pc:spChg chg="mod">
          <ac:chgData name="Marcel S" userId="33a534d834bb57d4" providerId="LiveId" clId="{E560C73B-C6F7-4310-8CE0-F686C575AC45}" dt="2026-05-13T21:40:24.759" v="237" actId="20577"/>
          <ac:spMkLst>
            <pc:docMk/>
            <pc:sldMk cId="1647641580" sldId="260"/>
            <ac:spMk id="2" creationId="{68EC9DCA-43D9-60B2-0B3D-E79F3D153105}"/>
          </ac:spMkLst>
        </pc:spChg>
        <pc:spChg chg="mod">
          <ac:chgData name="Marcel S" userId="33a534d834bb57d4" providerId="LiveId" clId="{E560C73B-C6F7-4310-8CE0-F686C575AC45}" dt="2026-05-13T21:41:49.663" v="240" actId="122"/>
          <ac:spMkLst>
            <pc:docMk/>
            <pc:sldMk cId="1647641580" sldId="260"/>
            <ac:spMk id="3" creationId="{EBEC3CCA-4FDC-0B49-341E-16459BEBA3B0}"/>
          </ac:spMkLst>
        </pc:spChg>
      </pc:sldChg>
      <pc:sldChg chg="modSp del mod">
        <pc:chgData name="Marcel S" userId="33a534d834bb57d4" providerId="LiveId" clId="{E560C73B-C6F7-4310-8CE0-F686C575AC45}" dt="2026-05-13T21:26:17.537" v="116" actId="47"/>
        <pc:sldMkLst>
          <pc:docMk/>
          <pc:sldMk cId="1825993018" sldId="260"/>
        </pc:sldMkLst>
        <pc:spChg chg="mod">
          <ac:chgData name="Marcel S" userId="33a534d834bb57d4" providerId="LiveId" clId="{E560C73B-C6F7-4310-8CE0-F686C575AC45}" dt="2026-05-13T21:17:21.288" v="5"/>
          <ac:spMkLst>
            <pc:docMk/>
            <pc:sldMk cId="1825993018" sldId="260"/>
            <ac:spMk id="2" creationId="{C5423E2B-4092-CC2C-6B3E-41EDA6D1DD55}"/>
          </ac:spMkLst>
        </pc:spChg>
      </pc:sldChg>
      <pc:sldChg chg="addSp delSp modSp new del mod">
        <pc:chgData name="Marcel S" userId="33a534d834bb57d4" providerId="LiveId" clId="{E560C73B-C6F7-4310-8CE0-F686C575AC45}" dt="2026-05-13T21:26:16.926" v="115" actId="47"/>
        <pc:sldMkLst>
          <pc:docMk/>
          <pc:sldMk cId="3300252723" sldId="261"/>
        </pc:sldMkLst>
        <pc:spChg chg="mod">
          <ac:chgData name="Marcel S" userId="33a534d834bb57d4" providerId="LiveId" clId="{E560C73B-C6F7-4310-8CE0-F686C575AC45}" dt="2026-05-13T21:17:29.828" v="7"/>
          <ac:spMkLst>
            <pc:docMk/>
            <pc:sldMk cId="3300252723" sldId="261"/>
            <ac:spMk id="2" creationId="{8A591C29-8950-71AD-B235-13BFA45D8BEF}"/>
          </ac:spMkLst>
        </pc:spChg>
        <pc:spChg chg="del mod">
          <ac:chgData name="Marcel S" userId="33a534d834bb57d4" providerId="LiveId" clId="{E560C73B-C6F7-4310-8CE0-F686C575AC45}" dt="2026-05-13T21:17:51.889" v="16" actId="22"/>
          <ac:spMkLst>
            <pc:docMk/>
            <pc:sldMk cId="3300252723" sldId="261"/>
            <ac:spMk id="3" creationId="{E76EAB28-50E0-8E77-271B-097F970EBDEC}"/>
          </ac:spMkLst>
        </pc:spChg>
        <pc:picChg chg="add mod ord">
          <ac:chgData name="Marcel S" userId="33a534d834bb57d4" providerId="LiveId" clId="{E560C73B-C6F7-4310-8CE0-F686C575AC45}" dt="2026-05-13T21:17:57.148" v="19" actId="1076"/>
          <ac:picMkLst>
            <pc:docMk/>
            <pc:sldMk cId="3300252723" sldId="261"/>
            <ac:picMk id="5" creationId="{29CDED02-6AC1-FDD3-B4CF-E8095B2221F0}"/>
          </ac:picMkLst>
        </pc:picChg>
        <pc:picChg chg="add mod">
          <ac:chgData name="Marcel S" userId="33a534d834bb57d4" providerId="LiveId" clId="{E560C73B-C6F7-4310-8CE0-F686C575AC45}" dt="2026-05-13T21:18:22.725" v="23" actId="1076"/>
          <ac:picMkLst>
            <pc:docMk/>
            <pc:sldMk cId="3300252723" sldId="261"/>
            <ac:picMk id="7" creationId="{27BC5CEF-C21B-C9A1-31AE-4CD07FE3B116}"/>
          </ac:picMkLst>
        </pc:picChg>
      </pc:sldChg>
      <pc:sldChg chg="addSp modSp new del mod">
        <pc:chgData name="Marcel S" userId="33a534d834bb57d4" providerId="LiveId" clId="{E560C73B-C6F7-4310-8CE0-F686C575AC45}" dt="2026-05-13T21:26:16.153" v="114" actId="47"/>
        <pc:sldMkLst>
          <pc:docMk/>
          <pc:sldMk cId="2054013432" sldId="262"/>
        </pc:sldMkLst>
        <pc:spChg chg="mod">
          <ac:chgData name="Marcel S" userId="33a534d834bb57d4" providerId="LiveId" clId="{E560C73B-C6F7-4310-8CE0-F686C575AC45}" dt="2026-05-13T21:18:46.457" v="27"/>
          <ac:spMkLst>
            <pc:docMk/>
            <pc:sldMk cId="2054013432" sldId="262"/>
            <ac:spMk id="2" creationId="{9EA764D9-4BE8-4B5F-32F7-603FDFC8C723}"/>
          </ac:spMkLst>
        </pc:spChg>
        <pc:picChg chg="add mod">
          <ac:chgData name="Marcel S" userId="33a534d834bb57d4" providerId="LiveId" clId="{E560C73B-C6F7-4310-8CE0-F686C575AC45}" dt="2026-05-13T21:21:09.485" v="30" actId="1076"/>
          <ac:picMkLst>
            <pc:docMk/>
            <pc:sldMk cId="2054013432" sldId="262"/>
            <ac:picMk id="5" creationId="{59888EBE-E163-B98F-E21B-0C3B40128E0A}"/>
          </ac:picMkLst>
        </pc:picChg>
        <pc:picChg chg="add mod">
          <ac:chgData name="Marcel S" userId="33a534d834bb57d4" providerId="LiveId" clId="{E560C73B-C6F7-4310-8CE0-F686C575AC45}" dt="2026-05-13T21:21:32.229" v="34" actId="1076"/>
          <ac:picMkLst>
            <pc:docMk/>
            <pc:sldMk cId="2054013432" sldId="262"/>
            <ac:picMk id="7" creationId="{0EC16496-A771-F369-D271-115B5F9AA936}"/>
          </ac:picMkLst>
        </pc:picChg>
      </pc:sldChg>
      <pc:sldChg chg="addSp delSp modSp new del mod">
        <pc:chgData name="Marcel S" userId="33a534d834bb57d4" providerId="LiveId" clId="{E560C73B-C6F7-4310-8CE0-F686C575AC45}" dt="2026-05-13T21:26:14.515" v="112" actId="47"/>
        <pc:sldMkLst>
          <pc:docMk/>
          <pc:sldMk cId="685968163" sldId="263"/>
        </pc:sldMkLst>
        <pc:spChg chg="mod">
          <ac:chgData name="Marcel S" userId="33a534d834bb57d4" providerId="LiveId" clId="{E560C73B-C6F7-4310-8CE0-F686C575AC45}" dt="2026-05-13T21:23:42.575" v="66" actId="20577"/>
          <ac:spMkLst>
            <pc:docMk/>
            <pc:sldMk cId="685968163" sldId="263"/>
            <ac:spMk id="2" creationId="{28C18BBF-67E7-083D-55E5-2D0B808B0DC8}"/>
          </ac:spMkLst>
        </pc:spChg>
        <pc:picChg chg="add mod">
          <ac:chgData name="Marcel S" userId="33a534d834bb57d4" providerId="LiveId" clId="{E560C73B-C6F7-4310-8CE0-F686C575AC45}" dt="2026-05-13T21:22:49.664" v="44" actId="1076"/>
          <ac:picMkLst>
            <pc:docMk/>
            <pc:sldMk cId="685968163" sldId="263"/>
            <ac:picMk id="5" creationId="{CEB5F4E3-965D-12AE-1E60-4897D78A30F0}"/>
          </ac:picMkLst>
        </pc:picChg>
        <pc:picChg chg="add del mod">
          <ac:chgData name="Marcel S" userId="33a534d834bb57d4" providerId="LiveId" clId="{E560C73B-C6F7-4310-8CE0-F686C575AC45}" dt="2026-05-13T21:23:30.232" v="50" actId="478"/>
          <ac:picMkLst>
            <pc:docMk/>
            <pc:sldMk cId="685968163" sldId="263"/>
            <ac:picMk id="7" creationId="{49A7A1C9-500E-A5A8-406A-88B563A15DFE}"/>
          </ac:picMkLst>
        </pc:picChg>
        <pc:picChg chg="add mod">
          <ac:chgData name="Marcel S" userId="33a534d834bb57d4" providerId="LiveId" clId="{E560C73B-C6F7-4310-8CE0-F686C575AC45}" dt="2026-05-13T21:23:35.403" v="54" actId="1076"/>
          <ac:picMkLst>
            <pc:docMk/>
            <pc:sldMk cId="685968163" sldId="263"/>
            <ac:picMk id="9" creationId="{47644200-0493-BAC7-14F6-7D32604F6F6D}"/>
          </ac:picMkLst>
        </pc:picChg>
      </pc:sldChg>
      <pc:sldChg chg="addSp modSp new del mod">
        <pc:chgData name="Marcel S" userId="33a534d834bb57d4" providerId="LiveId" clId="{E560C73B-C6F7-4310-8CE0-F686C575AC45}" dt="2026-05-13T21:26:13.442" v="111" actId="47"/>
        <pc:sldMkLst>
          <pc:docMk/>
          <pc:sldMk cId="3621547277" sldId="264"/>
        </pc:sldMkLst>
        <pc:spChg chg="mod">
          <ac:chgData name="Marcel S" userId="33a534d834bb57d4" providerId="LiveId" clId="{E560C73B-C6F7-4310-8CE0-F686C575AC45}" dt="2026-05-13T21:24:02.705" v="81" actId="20577"/>
          <ac:spMkLst>
            <pc:docMk/>
            <pc:sldMk cId="3621547277" sldId="264"/>
            <ac:spMk id="2" creationId="{F7B2E248-8A2C-D964-1DB8-4E3E4BD3C972}"/>
          </ac:spMkLst>
        </pc:spChg>
        <pc:picChg chg="add mod">
          <ac:chgData name="Marcel S" userId="33a534d834bb57d4" providerId="LiveId" clId="{E560C73B-C6F7-4310-8CE0-F686C575AC45}" dt="2026-05-13T21:24:26.214" v="84" actId="1076"/>
          <ac:picMkLst>
            <pc:docMk/>
            <pc:sldMk cId="3621547277" sldId="264"/>
            <ac:picMk id="5" creationId="{18B53AF9-B2D2-C59A-7BEC-1BFABEF426ED}"/>
          </ac:picMkLst>
        </pc:picChg>
        <pc:picChg chg="add mod">
          <ac:chgData name="Marcel S" userId="33a534d834bb57d4" providerId="LiveId" clId="{E560C73B-C6F7-4310-8CE0-F686C575AC45}" dt="2026-05-13T21:24:44.330" v="88" actId="1076"/>
          <ac:picMkLst>
            <pc:docMk/>
            <pc:sldMk cId="3621547277" sldId="264"/>
            <ac:picMk id="7" creationId="{EDCBAA94-5894-47CE-9FCD-537A48764512}"/>
          </ac:picMkLst>
        </pc:picChg>
      </pc:sldChg>
      <pc:sldChg chg="addSp modSp new del mod">
        <pc:chgData name="Marcel S" userId="33a534d834bb57d4" providerId="LiveId" clId="{E560C73B-C6F7-4310-8CE0-F686C575AC45}" dt="2026-05-13T21:26:10.547" v="108" actId="47"/>
        <pc:sldMkLst>
          <pc:docMk/>
          <pc:sldMk cId="3350716380" sldId="265"/>
        </pc:sldMkLst>
        <pc:spChg chg="mod">
          <ac:chgData name="Marcel S" userId="33a534d834bb57d4" providerId="LiveId" clId="{E560C73B-C6F7-4310-8CE0-F686C575AC45}" dt="2026-05-13T21:24:57.064" v="98" actId="20577"/>
          <ac:spMkLst>
            <pc:docMk/>
            <pc:sldMk cId="3350716380" sldId="265"/>
            <ac:spMk id="2" creationId="{9914A8EB-A6E9-77D0-846A-3C72286CF7E0}"/>
          </ac:spMkLst>
        </pc:spChg>
        <pc:picChg chg="add mod">
          <ac:chgData name="Marcel S" userId="33a534d834bb57d4" providerId="LiveId" clId="{E560C73B-C6F7-4310-8CE0-F686C575AC45}" dt="2026-05-13T21:25:18.153" v="100" actId="1076"/>
          <ac:picMkLst>
            <pc:docMk/>
            <pc:sldMk cId="3350716380" sldId="265"/>
            <ac:picMk id="5" creationId="{289642BB-84AC-6EB8-7C2C-D0D9CCAC9D36}"/>
          </ac:picMkLst>
        </pc:picChg>
        <pc:picChg chg="add mod">
          <ac:chgData name="Marcel S" userId="33a534d834bb57d4" providerId="LiveId" clId="{E560C73B-C6F7-4310-8CE0-F686C575AC45}" dt="2026-05-13T21:25:34.577" v="106" actId="1076"/>
          <ac:picMkLst>
            <pc:docMk/>
            <pc:sldMk cId="3350716380" sldId="265"/>
            <ac:picMk id="7" creationId="{9428C5A2-DB96-D1A2-0671-5475B4CD2879}"/>
          </ac:picMkLst>
        </pc:picChg>
      </pc:sldChg>
      <pc:sldChg chg="new add del">
        <pc:chgData name="Marcel S" userId="33a534d834bb57d4" providerId="LiveId" clId="{E560C73B-C6F7-4310-8CE0-F686C575AC45}" dt="2026-05-13T21:26:15.363" v="113" actId="47"/>
        <pc:sldMkLst>
          <pc:docMk/>
          <pc:sldMk cId="3080130097" sldId="26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13BA7CD-AD59-37F5-AD87-702D744434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F784BEBB-8EFB-B2DF-2DF6-6FDF1286D0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917E576-4346-F63F-4AC8-713748EC4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40688-C1B5-4498-9768-1397B7925309}" type="datetimeFigureOut">
              <a:rPr lang="pl-PL" smtClean="0"/>
              <a:t>14.05.2026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4A6FA68-54F4-095E-B9DF-01768EC27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6ABD0D3-3C37-A186-B025-216736A21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345C3-67DC-4147-BE85-DDAEAB2857F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42709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3282512-723D-BDAC-2BB7-4190C1B41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356D759-22AB-5661-AFCF-C03A4E5136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DE777C9-3BF9-6542-D7DC-0C475E7F5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40688-C1B5-4498-9768-1397B7925309}" type="datetimeFigureOut">
              <a:rPr lang="pl-PL" smtClean="0"/>
              <a:t>14.05.2026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F5F47C0-7B9C-E3C3-3387-1D7087324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5B01E0C-B088-9079-41DD-B5225789C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345C3-67DC-4147-BE85-DDAEAB2857F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89997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AD4C527-9D9E-3F95-BE0A-D21B392B8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62F3ED7-8F5B-93ED-E2E8-22434F43E0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7274FCF-4148-C1D9-9575-661890CBB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40688-C1B5-4498-9768-1397B7925309}" type="datetimeFigureOut">
              <a:rPr lang="pl-PL" smtClean="0"/>
              <a:t>14.05.2026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7697470-992C-0530-EA73-8A5C458F9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BE92080-4979-72BC-3F6D-81AC1C452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345C3-67DC-4147-BE85-DDAEAB2857F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65949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D5590CD-7E2C-DD2A-538E-9D657656B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36A6B5E-478A-5E2F-B5ED-96532606DD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7E96CEEF-C0BC-7636-453C-9103227792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1516FC5A-2C9A-FBB2-10D3-C43C853D1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40688-C1B5-4498-9768-1397B7925309}" type="datetimeFigureOut">
              <a:rPr lang="pl-PL" smtClean="0"/>
              <a:t>14.05.2026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FB97F511-68E4-4DC6-6668-3553869F8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AAB7BF24-2F61-A131-F521-F0696BA73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345C3-67DC-4147-BE85-DDAEAB2857F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37631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FC9D9E2-4DC0-97D7-D9E6-7D94806AC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71A3AD8F-95CF-8039-0D74-B7D32CE6E9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764B1141-43CE-0885-5C98-4CFC2A7332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1472A328-0069-1163-5082-799DD698E2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40E0E36B-3644-BE5D-7057-54FAE45121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87F0CB06-165D-1010-4D28-679651B66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40688-C1B5-4498-9768-1397B7925309}" type="datetimeFigureOut">
              <a:rPr lang="pl-PL" smtClean="0"/>
              <a:t>14.05.2026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E3422EDC-1927-3FC4-52CB-CBC25171A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6DF7013C-AE19-37E6-656D-F8B0B91F0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345C3-67DC-4147-BE85-DDAEAB2857F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18955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DF0619C-6D4B-69EE-8D31-1DFD1CE08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E434C60B-6187-DFAB-EB5E-A78285BAA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40688-C1B5-4498-9768-1397B7925309}" type="datetimeFigureOut">
              <a:rPr lang="pl-PL" smtClean="0"/>
              <a:t>14.05.2026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FB7A4B9B-07B6-8711-AFD7-6B393CDC6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54914A24-8084-6190-183E-03DDF7D85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345C3-67DC-4147-BE85-DDAEAB2857F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55128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C9CE3E64-A443-02A9-221B-9099054BE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40688-C1B5-4498-9768-1397B7925309}" type="datetimeFigureOut">
              <a:rPr lang="pl-PL" smtClean="0"/>
              <a:t>14.05.2026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815162FA-0F96-4318-769B-75AF830D1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7E569A04-F7D4-E9FB-0B2F-A66E732B4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345C3-67DC-4147-BE85-DDAEAB2857F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20417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9372224-D96A-01D5-C076-A4B6BA6A8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C869F17-BA51-D177-02A8-9E7E5C11B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4321ABAE-80B8-DFD7-0033-A1C646B85D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848B0EBB-7D08-7747-25B0-66AEE832C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40688-C1B5-4498-9768-1397B7925309}" type="datetimeFigureOut">
              <a:rPr lang="pl-PL" smtClean="0"/>
              <a:t>14.05.2026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5764D0D7-4DD5-2510-72B4-90FE28626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AAC2C284-57B3-D1E0-EECA-0B9214A64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345C3-67DC-4147-BE85-DDAEAB2857F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49185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73BEB0A-3EEF-1B1F-3E53-BBFB7C952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805CE0B9-2272-C43F-CC4E-F9CC20EB90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1563CB98-3995-6119-98AA-56AE765D0B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73218F10-FC8E-60A4-C6FB-0578C2AC8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40688-C1B5-4498-9768-1397B7925309}" type="datetimeFigureOut">
              <a:rPr lang="pl-PL" smtClean="0"/>
              <a:t>14.05.2026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3F6C5BE1-D8E0-001A-DCD4-B084A6E9E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C1DD8620-2DEE-5B1A-548C-76F853C4B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345C3-67DC-4147-BE85-DDAEAB2857F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84900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D9C240B-04EB-787B-096A-4A3138381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19F83AAB-35B0-E27D-6FB4-B2A79538EB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15BFBBE-14A5-2C64-E7F6-3716F8F29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40688-C1B5-4498-9768-1397B7925309}" type="datetimeFigureOut">
              <a:rPr lang="pl-PL" smtClean="0"/>
              <a:t>14.05.2026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8301152A-2E5A-D51E-7472-0BF6E3BCD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AB637A3-EC87-EFCA-1820-CBC44AF59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345C3-67DC-4147-BE85-DDAEAB2857F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72948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71FE9949-346A-8FB2-D871-2376E75A61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03054EF3-3D85-C627-162C-27B8DEF387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82E7BD0D-568E-80CA-476A-18A0DD9B9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40688-C1B5-4498-9768-1397B7925309}" type="datetimeFigureOut">
              <a:rPr lang="pl-PL" smtClean="0"/>
              <a:t>14.05.2026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8F5EA9F2-3E1A-6706-5F4E-D8BD2B60A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5408E01-5B70-967F-FB48-AF302487E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345C3-67DC-4147-BE85-DDAEAB2857F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84128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AF8E44D7-D061-C8C2-6409-06190E580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E9CBDFF-BCBE-5B73-13B3-98B92D8649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ECE9D25-B50C-DEBC-0152-B1222BEBA4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B40688-C1B5-4498-9768-1397B7925309}" type="datetimeFigureOut">
              <a:rPr lang="pl-PL" smtClean="0"/>
              <a:t>14.05.2026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0F0B780-AC5D-435A-4A3F-2A37B26045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B876C4F-6B06-09F4-01F4-4857030395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A345C3-67DC-4147-BE85-DDAEAB2857F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60724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4FAE7FC-7C9A-B4D2-63F7-256F13B418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First </a:t>
            </a:r>
            <a:r>
              <a:rPr lang="pl-PL" dirty="0" err="1"/>
              <a:t>presentation</a:t>
            </a:r>
            <a:endParaRPr lang="pl-PL" dirty="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5336ED79-C427-B399-7FFD-51148F90D1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/>
              <a:t>Marcel Siwiela</a:t>
            </a:r>
          </a:p>
        </p:txBody>
      </p:sp>
    </p:spTree>
    <p:extLst>
      <p:ext uri="{BB962C8B-B14F-4D97-AF65-F5344CB8AC3E}">
        <p14:creationId xmlns:p14="http://schemas.microsoft.com/office/powerpoint/2010/main" val="1483427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5013AA8-3E9F-C347-24AB-42C225EEF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Objective</a:t>
            </a:r>
            <a:r>
              <a:rPr lang="pl-PL" dirty="0"/>
              <a:t> of the </a:t>
            </a:r>
            <a:r>
              <a:rPr lang="pl-PL" dirty="0" err="1"/>
              <a:t>project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40A9DD1-2A15-909A-59F1-A33F95CA15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dirty="0"/>
              <a:t>Reading data from </a:t>
            </a:r>
            <a:r>
              <a:rPr lang="pl-PL" dirty="0" err="1"/>
              <a:t>several</a:t>
            </a:r>
            <a:r>
              <a:rPr lang="pl-PL" dirty="0"/>
              <a:t> </a:t>
            </a:r>
            <a:r>
              <a:rPr lang="pl-PL" dirty="0" err="1"/>
              <a:t>sensors</a:t>
            </a:r>
            <a:r>
              <a:rPr lang="pl-PL" dirty="0"/>
              <a:t>:</a:t>
            </a:r>
          </a:p>
          <a:p>
            <a:pPr>
              <a:buFontTx/>
              <a:buChar char="-"/>
            </a:pPr>
            <a:r>
              <a:rPr lang="pl-PL" dirty="0" err="1"/>
              <a:t>Temperature</a:t>
            </a:r>
            <a:r>
              <a:rPr lang="pl-PL" dirty="0"/>
              <a:t> and </a:t>
            </a:r>
            <a:r>
              <a:rPr lang="pl-PL" dirty="0" err="1"/>
              <a:t>humidity</a:t>
            </a:r>
            <a:r>
              <a:rPr lang="pl-PL" dirty="0"/>
              <a:t> – DHT11</a:t>
            </a:r>
          </a:p>
          <a:p>
            <a:pPr>
              <a:buFontTx/>
              <a:buChar char="-"/>
            </a:pPr>
            <a:r>
              <a:rPr lang="pl-PL" dirty="0" err="1"/>
              <a:t>Light</a:t>
            </a:r>
            <a:r>
              <a:rPr lang="pl-PL" dirty="0"/>
              <a:t> </a:t>
            </a:r>
            <a:r>
              <a:rPr lang="pl-PL" dirty="0" err="1"/>
              <a:t>intensity</a:t>
            </a:r>
            <a:r>
              <a:rPr lang="pl-PL" dirty="0"/>
              <a:t> – BH1750</a:t>
            </a:r>
          </a:p>
          <a:p>
            <a:pPr>
              <a:buFontTx/>
              <a:buChar char="-"/>
            </a:pPr>
            <a:r>
              <a:rPr lang="pl-PL" dirty="0" err="1"/>
              <a:t>Pressure</a:t>
            </a:r>
            <a:r>
              <a:rPr lang="pl-PL" dirty="0"/>
              <a:t> – BMP280</a:t>
            </a:r>
          </a:p>
          <a:p>
            <a:pPr marL="0" indent="0">
              <a:buNone/>
            </a:pPr>
            <a:r>
              <a:rPr lang="pl-PL" dirty="0"/>
              <a:t>Data transfer of </a:t>
            </a:r>
            <a:r>
              <a:rPr lang="pl-PL" dirty="0" err="1"/>
              <a:t>measured</a:t>
            </a:r>
            <a:r>
              <a:rPr lang="pl-PL" dirty="0"/>
              <a:t> </a:t>
            </a:r>
            <a:r>
              <a:rPr lang="pl-PL" dirty="0" err="1"/>
              <a:t>values</a:t>
            </a:r>
            <a:r>
              <a:rPr lang="pl-PL" dirty="0"/>
              <a:t> in the </a:t>
            </a:r>
            <a:r>
              <a:rPr lang="pl-PL" dirty="0" err="1"/>
              <a:t>following</a:t>
            </a:r>
            <a:r>
              <a:rPr lang="pl-PL" dirty="0"/>
              <a:t> order:</a:t>
            </a:r>
          </a:p>
          <a:p>
            <a:pPr marL="0" indent="0" algn="ctr">
              <a:buNone/>
            </a:pPr>
            <a:r>
              <a:rPr lang="pl-PL" dirty="0"/>
              <a:t>NUCLEO-G071RB -&gt; ESP8266 ---(</a:t>
            </a:r>
            <a:r>
              <a:rPr lang="pl-PL" dirty="0" err="1"/>
              <a:t>WiFi</a:t>
            </a:r>
            <a:r>
              <a:rPr lang="pl-PL" dirty="0"/>
              <a:t>)---&gt; ESP8266 -&gt; </a:t>
            </a:r>
          </a:p>
          <a:p>
            <a:pPr marL="0" indent="0" algn="ctr">
              <a:buNone/>
            </a:pPr>
            <a:r>
              <a:rPr lang="pl-PL" dirty="0"/>
              <a:t>-&gt; NUCLEO-L476RG -&gt; DISPLAY</a:t>
            </a:r>
          </a:p>
        </p:txBody>
      </p:sp>
    </p:spTree>
    <p:extLst>
      <p:ext uri="{BB962C8B-B14F-4D97-AF65-F5344CB8AC3E}">
        <p14:creationId xmlns:p14="http://schemas.microsoft.com/office/powerpoint/2010/main" val="3948670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78E764E-1F65-005E-2DC6-C5C6A80EA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Specifications</a:t>
            </a:r>
            <a:endParaRPr lang="pl-PL" dirty="0"/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A6A28171-E95F-A475-82EC-95FE03CFC6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9463" y="1828800"/>
            <a:ext cx="10107925" cy="4386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43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7D49234-A821-9C8E-4102-5AC248BDA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A </a:t>
            </a:r>
            <a:r>
              <a:rPr lang="pl-PL" dirty="0" err="1"/>
              <a:t>description</a:t>
            </a:r>
            <a:r>
              <a:rPr lang="pl-PL" dirty="0"/>
              <a:t> of hardware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746FB57-FA4D-9217-E0EC-E7E66E6E7D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993576"/>
          </a:xfrm>
        </p:spPr>
        <p:txBody>
          <a:bodyPr>
            <a:normAutofit/>
          </a:bodyPr>
          <a:lstStyle/>
          <a:p>
            <a:r>
              <a:rPr lang="pl-PL" dirty="0"/>
              <a:t>NUCLEO-G071RB </a:t>
            </a:r>
          </a:p>
          <a:p>
            <a:r>
              <a:rPr lang="pl-PL" dirty="0"/>
              <a:t>ESP8266 x2 (</a:t>
            </a:r>
            <a:r>
              <a:rPr lang="pl-PL" b="1" dirty="0" err="1"/>
              <a:t>WiFi</a:t>
            </a:r>
            <a:r>
              <a:rPr lang="pl-PL" dirty="0"/>
              <a:t>)</a:t>
            </a:r>
          </a:p>
          <a:p>
            <a:r>
              <a:rPr lang="pl-PL" dirty="0"/>
              <a:t>NUCLEO-L476RG </a:t>
            </a:r>
          </a:p>
          <a:p>
            <a:r>
              <a:rPr lang="pl-PL" dirty="0" err="1"/>
              <a:t>Waveshare</a:t>
            </a:r>
            <a:r>
              <a:rPr lang="pl-PL" dirty="0"/>
              <a:t> 4inch TFT </a:t>
            </a:r>
            <a:r>
              <a:rPr lang="pl-PL" dirty="0" err="1"/>
              <a:t>Touch</a:t>
            </a:r>
            <a:r>
              <a:rPr lang="pl-PL" dirty="0"/>
              <a:t> </a:t>
            </a:r>
            <a:r>
              <a:rPr lang="pl-PL" dirty="0" err="1"/>
              <a:t>Shield</a:t>
            </a:r>
            <a:endParaRPr lang="pl-PL" dirty="0"/>
          </a:p>
          <a:p>
            <a:r>
              <a:rPr lang="pl-PL" dirty="0" err="1"/>
              <a:t>Temperature</a:t>
            </a:r>
            <a:r>
              <a:rPr lang="pl-PL" dirty="0"/>
              <a:t> and </a:t>
            </a:r>
            <a:r>
              <a:rPr lang="pl-PL" dirty="0" err="1"/>
              <a:t>humidity</a:t>
            </a:r>
            <a:r>
              <a:rPr lang="pl-PL" dirty="0"/>
              <a:t> – DHT11</a:t>
            </a:r>
          </a:p>
          <a:p>
            <a:r>
              <a:rPr lang="pl-PL" dirty="0" err="1"/>
              <a:t>Light</a:t>
            </a:r>
            <a:r>
              <a:rPr lang="pl-PL" dirty="0"/>
              <a:t> </a:t>
            </a:r>
            <a:r>
              <a:rPr lang="pl-PL" dirty="0" err="1"/>
              <a:t>intensity</a:t>
            </a:r>
            <a:r>
              <a:rPr lang="pl-PL" dirty="0"/>
              <a:t> x2 – BH1750</a:t>
            </a:r>
          </a:p>
          <a:p>
            <a:r>
              <a:rPr lang="pl-PL" dirty="0" err="1"/>
              <a:t>Pressure</a:t>
            </a:r>
            <a:r>
              <a:rPr lang="pl-PL" dirty="0"/>
              <a:t> – BMP280</a:t>
            </a:r>
          </a:p>
          <a:p>
            <a:r>
              <a:rPr lang="pl-PL" dirty="0" err="1"/>
              <a:t>Wires</a:t>
            </a:r>
            <a:r>
              <a:rPr lang="pl-PL" dirty="0"/>
              <a:t>, </a:t>
            </a:r>
            <a:r>
              <a:rPr lang="pl-PL" dirty="0" err="1"/>
              <a:t>breadboard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787430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8EC9DCA-43D9-60B2-0B3D-E79F3D153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</a:t>
            </a:r>
            <a:r>
              <a:rPr lang="en-US" dirty="0" err="1"/>
              <a:t>lanned</a:t>
            </a:r>
            <a:r>
              <a:rPr lang="en-US" dirty="0"/>
              <a:t> final result of the project.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BEC3CCA-4FDC-0B49-341E-16459BEBA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/>
              <a:t>Displaying sensor values on a screen using data transmission via Wi-Fi modules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647641580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101</Words>
  <Application>Microsoft Office PowerPoint</Application>
  <PresentationFormat>Panoramiczny</PresentationFormat>
  <Paragraphs>22</Paragraphs>
  <Slides>5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Motyw pakietu Office</vt:lpstr>
      <vt:lpstr>First presentation</vt:lpstr>
      <vt:lpstr>Objective of the project</vt:lpstr>
      <vt:lpstr>Specifications</vt:lpstr>
      <vt:lpstr>A description of hardware</vt:lpstr>
      <vt:lpstr>Planned final result of the project.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Marcel S</dc:creator>
  <cp:lastModifiedBy>Marcel S</cp:lastModifiedBy>
  <cp:revision>1</cp:revision>
  <dcterms:created xsi:type="dcterms:W3CDTF">2026-05-13T21:14:32Z</dcterms:created>
  <dcterms:modified xsi:type="dcterms:W3CDTF">2026-05-14T15:13:52Z</dcterms:modified>
</cp:coreProperties>
</file>