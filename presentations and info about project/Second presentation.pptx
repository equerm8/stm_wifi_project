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63828-691D-428E-8AB1-5395FD5DA598}" v="28" dt="2026-05-14T20:26:13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S" userId="33a534d834bb57d4" providerId="LiveId" clId="{E560C73B-C6F7-4310-8CE0-F686C575AC45}"/>
    <pc:docChg chg="undo custSel addSld modSld">
      <pc:chgData name="Marcel S" userId="33a534d834bb57d4" providerId="LiveId" clId="{E560C73B-C6F7-4310-8CE0-F686C575AC45}" dt="2026-05-14T20:26:13.228" v="868"/>
      <pc:docMkLst>
        <pc:docMk/>
      </pc:docMkLst>
      <pc:sldChg chg="modSp mod">
        <pc:chgData name="Marcel S" userId="33a534d834bb57d4" providerId="LiveId" clId="{E560C73B-C6F7-4310-8CE0-F686C575AC45}" dt="2026-05-14T15:08:10.129" v="32" actId="20577"/>
        <pc:sldMkLst>
          <pc:docMk/>
          <pc:sldMk cId="2454574738" sldId="256"/>
        </pc:sldMkLst>
        <pc:spChg chg="mod">
          <ac:chgData name="Marcel S" userId="33a534d834bb57d4" providerId="LiveId" clId="{E560C73B-C6F7-4310-8CE0-F686C575AC45}" dt="2026-05-14T15:08:06.466" v="18" actId="20577"/>
          <ac:spMkLst>
            <pc:docMk/>
            <pc:sldMk cId="2454574738" sldId="256"/>
            <ac:spMk id="2" creationId="{7D02B4A7-D402-3132-5D3C-876AF4CE8CEE}"/>
          </ac:spMkLst>
        </pc:spChg>
        <pc:spChg chg="mod">
          <ac:chgData name="Marcel S" userId="33a534d834bb57d4" providerId="LiveId" clId="{E560C73B-C6F7-4310-8CE0-F686C575AC45}" dt="2026-05-14T15:08:10.129" v="32" actId="20577"/>
          <ac:spMkLst>
            <pc:docMk/>
            <pc:sldMk cId="2454574738" sldId="256"/>
            <ac:spMk id="3" creationId="{05247248-3A49-D0D4-B581-6FECF40035F9}"/>
          </ac:spMkLst>
        </pc:spChg>
      </pc:sldChg>
      <pc:sldChg chg="modSp new mod">
        <pc:chgData name="Marcel S" userId="33a534d834bb57d4" providerId="LiveId" clId="{E560C73B-C6F7-4310-8CE0-F686C575AC45}" dt="2026-05-14T15:12:37.171" v="39" actId="20577"/>
        <pc:sldMkLst>
          <pc:docMk/>
          <pc:sldMk cId="456436757" sldId="257"/>
        </pc:sldMkLst>
        <pc:spChg chg="mod">
          <ac:chgData name="Marcel S" userId="33a534d834bb57d4" providerId="LiveId" clId="{E560C73B-C6F7-4310-8CE0-F686C575AC45}" dt="2026-05-14T15:08:51.141" v="36" actId="20577"/>
          <ac:spMkLst>
            <pc:docMk/>
            <pc:sldMk cId="456436757" sldId="257"/>
            <ac:spMk id="2" creationId="{61B5E1A7-8570-CA06-92F3-40BC74AFE982}"/>
          </ac:spMkLst>
        </pc:spChg>
        <pc:spChg chg="mod">
          <ac:chgData name="Marcel S" userId="33a534d834bb57d4" providerId="LiveId" clId="{E560C73B-C6F7-4310-8CE0-F686C575AC45}" dt="2026-05-14T15:12:37.171" v="39" actId="20577"/>
          <ac:spMkLst>
            <pc:docMk/>
            <pc:sldMk cId="456436757" sldId="257"/>
            <ac:spMk id="3" creationId="{8D3E635C-0042-EEA0-A137-5A23FB24EDC8}"/>
          </ac:spMkLst>
        </pc:spChg>
      </pc:sldChg>
      <pc:sldChg chg="addSp delSp modSp new mod">
        <pc:chgData name="Marcel S" userId="33a534d834bb57d4" providerId="LiveId" clId="{E560C73B-C6F7-4310-8CE0-F686C575AC45}" dt="2026-05-14T15:13:23.346" v="45"/>
        <pc:sldMkLst>
          <pc:docMk/>
          <pc:sldMk cId="926310615" sldId="258"/>
        </pc:sldMkLst>
        <pc:spChg chg="mod">
          <ac:chgData name="Marcel S" userId="33a534d834bb57d4" providerId="LiveId" clId="{E560C73B-C6F7-4310-8CE0-F686C575AC45}" dt="2026-05-14T15:12:48.756" v="43" actId="20577"/>
          <ac:spMkLst>
            <pc:docMk/>
            <pc:sldMk cId="926310615" sldId="258"/>
            <ac:spMk id="2" creationId="{A022DE3E-BCDC-F9F2-6525-1EF5CF526AC6}"/>
          </ac:spMkLst>
        </pc:spChg>
        <pc:spChg chg="del">
          <ac:chgData name="Marcel S" userId="33a534d834bb57d4" providerId="LiveId" clId="{E560C73B-C6F7-4310-8CE0-F686C575AC45}" dt="2026-05-14T15:13:22.514" v="44" actId="478"/>
          <ac:spMkLst>
            <pc:docMk/>
            <pc:sldMk cId="926310615" sldId="258"/>
            <ac:spMk id="3" creationId="{E9415373-8859-26EF-25B0-E1FB34175F0F}"/>
          </ac:spMkLst>
        </pc:spChg>
        <pc:picChg chg="add mod">
          <ac:chgData name="Marcel S" userId="33a534d834bb57d4" providerId="LiveId" clId="{E560C73B-C6F7-4310-8CE0-F686C575AC45}" dt="2026-05-14T15:13:23.346" v="45"/>
          <ac:picMkLst>
            <pc:docMk/>
            <pc:sldMk cId="926310615" sldId="258"/>
            <ac:picMk id="4" creationId="{EB4EEB8C-4D70-C3E7-866B-82F347FF3021}"/>
          </ac:picMkLst>
        </pc:picChg>
      </pc:sldChg>
      <pc:sldChg chg="modSp new mod">
        <pc:chgData name="Marcel S" userId="33a534d834bb57d4" providerId="LiveId" clId="{E560C73B-C6F7-4310-8CE0-F686C575AC45}" dt="2026-05-14T15:14:59.869" v="183" actId="20577"/>
        <pc:sldMkLst>
          <pc:docMk/>
          <pc:sldMk cId="2184658575" sldId="259"/>
        </pc:sldMkLst>
        <pc:spChg chg="mod">
          <ac:chgData name="Marcel S" userId="33a534d834bb57d4" providerId="LiveId" clId="{E560C73B-C6F7-4310-8CE0-F686C575AC45}" dt="2026-05-14T15:13:39.637" v="49" actId="20577"/>
          <ac:spMkLst>
            <pc:docMk/>
            <pc:sldMk cId="2184658575" sldId="259"/>
            <ac:spMk id="2" creationId="{13B07B3E-6778-7CE2-FA01-1FF573F9ACAE}"/>
          </ac:spMkLst>
        </pc:spChg>
        <pc:spChg chg="mod">
          <ac:chgData name="Marcel S" userId="33a534d834bb57d4" providerId="LiveId" clId="{E560C73B-C6F7-4310-8CE0-F686C575AC45}" dt="2026-05-14T15:14:59.869" v="183" actId="20577"/>
          <ac:spMkLst>
            <pc:docMk/>
            <pc:sldMk cId="2184658575" sldId="259"/>
            <ac:spMk id="3" creationId="{729145DF-7F89-A8D9-FA02-CED7233293AF}"/>
          </ac:spMkLst>
        </pc:spChg>
      </pc:sldChg>
      <pc:sldChg chg="addSp delSp modSp new mod">
        <pc:chgData name="Marcel S" userId="33a534d834bb57d4" providerId="LiveId" clId="{E560C73B-C6F7-4310-8CE0-F686C575AC45}" dt="2026-05-14T17:10:37.224" v="187"/>
        <pc:sldMkLst>
          <pc:docMk/>
          <pc:sldMk cId="4025829089" sldId="260"/>
        </pc:sldMkLst>
        <pc:spChg chg="mod">
          <ac:chgData name="Marcel S" userId="33a534d834bb57d4" providerId="LiveId" clId="{E560C73B-C6F7-4310-8CE0-F686C575AC45}" dt="2026-05-14T17:10:29.993" v="185"/>
          <ac:spMkLst>
            <pc:docMk/>
            <pc:sldMk cId="4025829089" sldId="260"/>
            <ac:spMk id="2" creationId="{89E76D30-BEC6-C85F-9560-C155DE4DF58F}"/>
          </ac:spMkLst>
        </pc:spChg>
        <pc:spChg chg="del">
          <ac:chgData name="Marcel S" userId="33a534d834bb57d4" providerId="LiveId" clId="{E560C73B-C6F7-4310-8CE0-F686C575AC45}" dt="2026-05-14T17:10:37.224" v="187"/>
          <ac:spMkLst>
            <pc:docMk/>
            <pc:sldMk cId="4025829089" sldId="260"/>
            <ac:spMk id="3" creationId="{26E9C368-A6DE-EF94-E8DF-24C1933498EC}"/>
          </ac:spMkLst>
        </pc:spChg>
        <pc:picChg chg="add mod ord">
          <ac:chgData name="Marcel S" userId="33a534d834bb57d4" providerId="LiveId" clId="{E560C73B-C6F7-4310-8CE0-F686C575AC45}" dt="2026-05-14T17:10:37.224" v="187"/>
          <ac:picMkLst>
            <pc:docMk/>
            <pc:sldMk cId="4025829089" sldId="260"/>
            <ac:picMk id="5" creationId="{A4B9E3ED-7C5C-88F2-E20B-DC6AF7D40A16}"/>
          </ac:picMkLst>
        </pc:picChg>
      </pc:sldChg>
      <pc:sldChg chg="addSp delSp modSp new mod">
        <pc:chgData name="Marcel S" userId="33a534d834bb57d4" providerId="LiveId" clId="{E560C73B-C6F7-4310-8CE0-F686C575AC45}" dt="2026-05-14T17:39:17.432" v="252" actId="14100"/>
        <pc:sldMkLst>
          <pc:docMk/>
          <pc:sldMk cId="2169076722" sldId="261"/>
        </pc:sldMkLst>
        <pc:spChg chg="mod">
          <ac:chgData name="Marcel S" userId="33a534d834bb57d4" providerId="LiveId" clId="{E560C73B-C6F7-4310-8CE0-F686C575AC45}" dt="2026-05-14T17:31:06.728" v="243" actId="1076"/>
          <ac:spMkLst>
            <pc:docMk/>
            <pc:sldMk cId="2169076722" sldId="261"/>
            <ac:spMk id="2" creationId="{355BF881-72F6-0E36-A6B7-C80C01B2230B}"/>
          </ac:spMkLst>
        </pc:spChg>
        <pc:spChg chg="del">
          <ac:chgData name="Marcel S" userId="33a534d834bb57d4" providerId="LiveId" clId="{E560C73B-C6F7-4310-8CE0-F686C575AC45}" dt="2026-05-14T17:30:58.332" v="241"/>
          <ac:spMkLst>
            <pc:docMk/>
            <pc:sldMk cId="2169076722" sldId="261"/>
            <ac:spMk id="3" creationId="{15B08F44-BFB5-93FA-AE35-345450FEDB41}"/>
          </ac:spMkLst>
        </pc:spChg>
        <pc:spChg chg="add del mod">
          <ac:chgData name="Marcel S" userId="33a534d834bb57d4" providerId="LiveId" clId="{E560C73B-C6F7-4310-8CE0-F686C575AC45}" dt="2026-05-14T17:39:08.285" v="249"/>
          <ac:spMkLst>
            <pc:docMk/>
            <pc:sldMk cId="2169076722" sldId="261"/>
            <ac:spMk id="7" creationId="{DD3FA0AF-E65E-B4AD-9BEE-814BCDF654E1}"/>
          </ac:spMkLst>
        </pc:spChg>
        <pc:picChg chg="add del mod ord">
          <ac:chgData name="Marcel S" userId="33a534d834bb57d4" providerId="LiveId" clId="{E560C73B-C6F7-4310-8CE0-F686C575AC45}" dt="2026-05-14T17:39:05.794" v="247" actId="478"/>
          <ac:picMkLst>
            <pc:docMk/>
            <pc:sldMk cId="2169076722" sldId="261"/>
            <ac:picMk id="5" creationId="{12451AA0-A0C1-1A23-414E-2C6093AC7498}"/>
          </ac:picMkLst>
        </pc:picChg>
        <pc:picChg chg="add mod ord">
          <ac:chgData name="Marcel S" userId="33a534d834bb57d4" providerId="LiveId" clId="{E560C73B-C6F7-4310-8CE0-F686C575AC45}" dt="2026-05-14T17:39:17.432" v="252" actId="14100"/>
          <ac:picMkLst>
            <pc:docMk/>
            <pc:sldMk cId="2169076722" sldId="261"/>
            <ac:picMk id="9" creationId="{20F9AD2A-2887-8F9F-3BCD-2B1700F4A1B9}"/>
          </ac:picMkLst>
        </pc:picChg>
      </pc:sldChg>
      <pc:sldChg chg="addSp delSp modSp new mod">
        <pc:chgData name="Marcel S" userId="33a534d834bb57d4" providerId="LiveId" clId="{E560C73B-C6F7-4310-8CE0-F686C575AC45}" dt="2026-05-14T17:48:43.532" v="312" actId="14100"/>
        <pc:sldMkLst>
          <pc:docMk/>
          <pc:sldMk cId="2251274186" sldId="262"/>
        </pc:sldMkLst>
        <pc:spChg chg="mod">
          <ac:chgData name="Marcel S" userId="33a534d834bb57d4" providerId="LiveId" clId="{E560C73B-C6F7-4310-8CE0-F686C575AC45}" dt="2026-05-14T17:48:39.832" v="311" actId="1076"/>
          <ac:spMkLst>
            <pc:docMk/>
            <pc:sldMk cId="2251274186" sldId="262"/>
            <ac:spMk id="2" creationId="{A05320AC-7D27-5C21-8C2A-2FBE563A4256}"/>
          </ac:spMkLst>
        </pc:spChg>
        <pc:spChg chg="del">
          <ac:chgData name="Marcel S" userId="33a534d834bb57d4" providerId="LiveId" clId="{E560C73B-C6F7-4310-8CE0-F686C575AC45}" dt="2026-05-14T17:48:21.954" v="303"/>
          <ac:spMkLst>
            <pc:docMk/>
            <pc:sldMk cId="2251274186" sldId="262"/>
            <ac:spMk id="3" creationId="{72B5D2B6-6493-55B0-E0F6-9FF778CD4BC4}"/>
          </ac:spMkLst>
        </pc:spChg>
        <pc:picChg chg="add mod ord">
          <ac:chgData name="Marcel S" userId="33a534d834bb57d4" providerId="LiveId" clId="{E560C73B-C6F7-4310-8CE0-F686C575AC45}" dt="2026-05-14T17:48:43.532" v="312" actId="14100"/>
          <ac:picMkLst>
            <pc:docMk/>
            <pc:sldMk cId="2251274186" sldId="262"/>
            <ac:picMk id="5" creationId="{4BA23009-9051-4F5C-CFFD-BA17A55D464C}"/>
          </ac:picMkLst>
        </pc:picChg>
      </pc:sldChg>
      <pc:sldChg chg="addSp delSp modSp new mod">
        <pc:chgData name="Marcel S" userId="33a534d834bb57d4" providerId="LiveId" clId="{E560C73B-C6F7-4310-8CE0-F686C575AC45}" dt="2026-05-14T18:08:34.099" v="348" actId="14100"/>
        <pc:sldMkLst>
          <pc:docMk/>
          <pc:sldMk cId="2469170100" sldId="263"/>
        </pc:sldMkLst>
        <pc:spChg chg="mod">
          <ac:chgData name="Marcel S" userId="33a534d834bb57d4" providerId="LiveId" clId="{E560C73B-C6F7-4310-8CE0-F686C575AC45}" dt="2026-05-14T18:07:08.231" v="335" actId="1076"/>
          <ac:spMkLst>
            <pc:docMk/>
            <pc:sldMk cId="2469170100" sldId="263"/>
            <ac:spMk id="2" creationId="{988EE33E-99DD-5CBC-3472-A913E4F94143}"/>
          </ac:spMkLst>
        </pc:spChg>
        <pc:spChg chg="del">
          <ac:chgData name="Marcel S" userId="33a534d834bb57d4" providerId="LiveId" clId="{E560C73B-C6F7-4310-8CE0-F686C575AC45}" dt="2026-05-14T18:07:18.103" v="337"/>
          <ac:spMkLst>
            <pc:docMk/>
            <pc:sldMk cId="2469170100" sldId="263"/>
            <ac:spMk id="3" creationId="{50D7A8D9-E46B-4483-036A-1CFC9934765C}"/>
          </ac:spMkLst>
        </pc:spChg>
        <pc:spChg chg="add del mod">
          <ac:chgData name="Marcel S" userId="33a534d834bb57d4" providerId="LiveId" clId="{E560C73B-C6F7-4310-8CE0-F686C575AC45}" dt="2026-05-14T18:08:27.663" v="346"/>
          <ac:spMkLst>
            <pc:docMk/>
            <pc:sldMk cId="2469170100" sldId="263"/>
            <ac:spMk id="7" creationId="{687D66FB-A5C0-9F39-5B83-F476511F319E}"/>
          </ac:spMkLst>
        </pc:spChg>
        <pc:picChg chg="add del mod ord">
          <ac:chgData name="Marcel S" userId="33a534d834bb57d4" providerId="LiveId" clId="{E560C73B-C6F7-4310-8CE0-F686C575AC45}" dt="2026-05-14T18:08:24.667" v="344" actId="478"/>
          <ac:picMkLst>
            <pc:docMk/>
            <pc:sldMk cId="2469170100" sldId="263"/>
            <ac:picMk id="5" creationId="{E818C948-8948-1BF5-4527-23EA3CB1DA35}"/>
          </ac:picMkLst>
        </pc:picChg>
        <pc:picChg chg="add mod ord">
          <ac:chgData name="Marcel S" userId="33a534d834bb57d4" providerId="LiveId" clId="{E560C73B-C6F7-4310-8CE0-F686C575AC45}" dt="2026-05-14T18:08:34.099" v="348" actId="14100"/>
          <ac:picMkLst>
            <pc:docMk/>
            <pc:sldMk cId="2469170100" sldId="263"/>
            <ac:picMk id="9" creationId="{01B1BE32-9523-6699-7671-FA4A5D2BA543}"/>
          </ac:picMkLst>
        </pc:picChg>
      </pc:sldChg>
      <pc:sldChg chg="addSp modSp new mod">
        <pc:chgData name="Marcel S" userId="33a534d834bb57d4" providerId="LiveId" clId="{E560C73B-C6F7-4310-8CE0-F686C575AC45}" dt="2026-05-14T18:12:22.089" v="355" actId="14100"/>
        <pc:sldMkLst>
          <pc:docMk/>
          <pc:sldMk cId="4072176562" sldId="264"/>
        </pc:sldMkLst>
        <pc:spChg chg="mod">
          <ac:chgData name="Marcel S" userId="33a534d834bb57d4" providerId="LiveId" clId="{E560C73B-C6F7-4310-8CE0-F686C575AC45}" dt="2026-05-14T18:08:49.248" v="352" actId="20577"/>
          <ac:spMkLst>
            <pc:docMk/>
            <pc:sldMk cId="4072176562" sldId="264"/>
            <ac:spMk id="2" creationId="{1BA40F41-2C51-6ED5-2C2E-FC345740399E}"/>
          </ac:spMkLst>
        </pc:spChg>
        <pc:picChg chg="add mod">
          <ac:chgData name="Marcel S" userId="33a534d834bb57d4" providerId="LiveId" clId="{E560C73B-C6F7-4310-8CE0-F686C575AC45}" dt="2026-05-14T18:12:22.089" v="355" actId="14100"/>
          <ac:picMkLst>
            <pc:docMk/>
            <pc:sldMk cId="4072176562" sldId="264"/>
            <ac:picMk id="5" creationId="{421DD14B-EFF6-25FD-2620-A8F4036067EF}"/>
          </ac:picMkLst>
        </pc:picChg>
      </pc:sldChg>
      <pc:sldChg chg="addSp delSp modSp new mod">
        <pc:chgData name="Marcel S" userId="33a534d834bb57d4" providerId="LiveId" clId="{E560C73B-C6F7-4310-8CE0-F686C575AC45}" dt="2026-05-14T18:13:10.974" v="387" actId="20577"/>
        <pc:sldMkLst>
          <pc:docMk/>
          <pc:sldMk cId="1451617809" sldId="265"/>
        </pc:sldMkLst>
        <pc:spChg chg="mod">
          <ac:chgData name="Marcel S" userId="33a534d834bb57d4" providerId="LiveId" clId="{E560C73B-C6F7-4310-8CE0-F686C575AC45}" dt="2026-05-14T18:13:10.974" v="387" actId="20577"/>
          <ac:spMkLst>
            <pc:docMk/>
            <pc:sldMk cId="1451617809" sldId="265"/>
            <ac:spMk id="2" creationId="{6696BE77-9331-EF33-10AC-922E28B28D24}"/>
          </ac:spMkLst>
        </pc:spChg>
        <pc:spChg chg="del">
          <ac:chgData name="Marcel S" userId="33a534d834bb57d4" providerId="LiveId" clId="{E560C73B-C6F7-4310-8CE0-F686C575AC45}" dt="2026-05-14T18:12:58.349" v="357" actId="22"/>
          <ac:spMkLst>
            <pc:docMk/>
            <pc:sldMk cId="1451617809" sldId="265"/>
            <ac:spMk id="3" creationId="{D46D97DC-D0B8-80EE-E9ED-5C8D7AB300A1}"/>
          </ac:spMkLst>
        </pc:spChg>
        <pc:picChg chg="add mod ord">
          <ac:chgData name="Marcel S" userId="33a534d834bb57d4" providerId="LiveId" clId="{E560C73B-C6F7-4310-8CE0-F686C575AC45}" dt="2026-05-14T18:12:59.321" v="358" actId="1076"/>
          <ac:picMkLst>
            <pc:docMk/>
            <pc:sldMk cId="1451617809" sldId="265"/>
            <ac:picMk id="5" creationId="{DC47F0A0-150B-F8E3-F244-336DC2D63D89}"/>
          </ac:picMkLst>
        </pc:picChg>
      </pc:sldChg>
      <pc:sldChg chg="addSp delSp modSp new mod">
        <pc:chgData name="Marcel S" userId="33a534d834bb57d4" providerId="LiveId" clId="{E560C73B-C6F7-4310-8CE0-F686C575AC45}" dt="2026-05-14T19:59:03.400" v="394" actId="14100"/>
        <pc:sldMkLst>
          <pc:docMk/>
          <pc:sldMk cId="4065701052" sldId="266"/>
        </pc:sldMkLst>
        <pc:spChg chg="mod">
          <ac:chgData name="Marcel S" userId="33a534d834bb57d4" providerId="LiveId" clId="{E560C73B-C6F7-4310-8CE0-F686C575AC45}" dt="2026-05-14T18:13:55.039" v="390"/>
          <ac:spMkLst>
            <pc:docMk/>
            <pc:sldMk cId="4065701052" sldId="266"/>
            <ac:spMk id="2" creationId="{E0A49336-E243-550C-2FBD-737A60E8653C}"/>
          </ac:spMkLst>
        </pc:spChg>
        <pc:spChg chg="del">
          <ac:chgData name="Marcel S" userId="33a534d834bb57d4" providerId="LiveId" clId="{E560C73B-C6F7-4310-8CE0-F686C575AC45}" dt="2026-05-14T19:58:56.742" v="392"/>
          <ac:spMkLst>
            <pc:docMk/>
            <pc:sldMk cId="4065701052" sldId="266"/>
            <ac:spMk id="3" creationId="{3B77ADE8-5C1A-ECFC-197F-378250757B11}"/>
          </ac:spMkLst>
        </pc:spChg>
        <pc:picChg chg="add mod ord">
          <ac:chgData name="Marcel S" userId="33a534d834bb57d4" providerId="LiveId" clId="{E560C73B-C6F7-4310-8CE0-F686C575AC45}" dt="2026-05-14T19:59:03.400" v="394" actId="14100"/>
          <ac:picMkLst>
            <pc:docMk/>
            <pc:sldMk cId="4065701052" sldId="266"/>
            <ac:picMk id="5" creationId="{BD569898-1F26-8593-4E4C-D83000154232}"/>
          </ac:picMkLst>
        </pc:picChg>
      </pc:sldChg>
      <pc:sldChg chg="addSp modSp new mod">
        <pc:chgData name="Marcel S" userId="33a534d834bb57d4" providerId="LiveId" clId="{E560C73B-C6F7-4310-8CE0-F686C575AC45}" dt="2026-05-14T19:59:31.760" v="404" actId="20577"/>
        <pc:sldMkLst>
          <pc:docMk/>
          <pc:sldMk cId="2146678478" sldId="267"/>
        </pc:sldMkLst>
        <pc:spChg chg="mod">
          <ac:chgData name="Marcel S" userId="33a534d834bb57d4" providerId="LiveId" clId="{E560C73B-C6F7-4310-8CE0-F686C575AC45}" dt="2026-05-14T19:59:31.760" v="404" actId="20577"/>
          <ac:spMkLst>
            <pc:docMk/>
            <pc:sldMk cId="2146678478" sldId="267"/>
            <ac:spMk id="2" creationId="{2DE10FA2-ABEF-98A8-7035-6C09F8E5EACA}"/>
          </ac:spMkLst>
        </pc:spChg>
        <pc:picChg chg="add mod">
          <ac:chgData name="Marcel S" userId="33a534d834bb57d4" providerId="LiveId" clId="{E560C73B-C6F7-4310-8CE0-F686C575AC45}" dt="2026-05-14T19:59:26.448" v="398" actId="1076"/>
          <ac:picMkLst>
            <pc:docMk/>
            <pc:sldMk cId="2146678478" sldId="267"/>
            <ac:picMk id="5" creationId="{A786F85E-D618-C322-4DCA-8456FD6BEE3D}"/>
          </ac:picMkLst>
        </pc:picChg>
      </pc:sldChg>
      <pc:sldChg chg="addSp modSp new mod">
        <pc:chgData name="Marcel S" userId="33a534d834bb57d4" providerId="LiveId" clId="{E560C73B-C6F7-4310-8CE0-F686C575AC45}" dt="2026-05-14T20:00:24.988" v="426" actId="1076"/>
        <pc:sldMkLst>
          <pc:docMk/>
          <pc:sldMk cId="2854910277" sldId="268"/>
        </pc:sldMkLst>
        <pc:spChg chg="mod">
          <ac:chgData name="Marcel S" userId="33a534d834bb57d4" providerId="LiveId" clId="{E560C73B-C6F7-4310-8CE0-F686C575AC45}" dt="2026-05-14T20:00:22.362" v="424" actId="14100"/>
          <ac:spMkLst>
            <pc:docMk/>
            <pc:sldMk cId="2854910277" sldId="268"/>
            <ac:spMk id="2" creationId="{410A6A33-F094-A9C7-53D8-C7F4FB3ED2FD}"/>
          </ac:spMkLst>
        </pc:spChg>
        <pc:picChg chg="add mod">
          <ac:chgData name="Marcel S" userId="33a534d834bb57d4" providerId="LiveId" clId="{E560C73B-C6F7-4310-8CE0-F686C575AC45}" dt="2026-05-14T20:00:24.988" v="426" actId="1076"/>
          <ac:picMkLst>
            <pc:docMk/>
            <pc:sldMk cId="2854910277" sldId="268"/>
            <ac:picMk id="5" creationId="{7509FB3D-9A32-8D2C-A508-800294FAA7F4}"/>
          </ac:picMkLst>
        </pc:picChg>
      </pc:sldChg>
      <pc:sldChg chg="addSp modSp new mod">
        <pc:chgData name="Marcel S" userId="33a534d834bb57d4" providerId="LiveId" clId="{E560C73B-C6F7-4310-8CE0-F686C575AC45}" dt="2026-05-14T20:01:05.657" v="441" actId="1076"/>
        <pc:sldMkLst>
          <pc:docMk/>
          <pc:sldMk cId="146155673" sldId="269"/>
        </pc:sldMkLst>
        <pc:spChg chg="mod">
          <ac:chgData name="Marcel S" userId="33a534d834bb57d4" providerId="LiveId" clId="{E560C73B-C6F7-4310-8CE0-F686C575AC45}" dt="2026-05-14T20:00:51.749" v="439" actId="20577"/>
          <ac:spMkLst>
            <pc:docMk/>
            <pc:sldMk cId="146155673" sldId="269"/>
            <ac:spMk id="2" creationId="{5AC87015-C219-CF93-2A76-3A1035297EAF}"/>
          </ac:spMkLst>
        </pc:spChg>
        <pc:picChg chg="add mod">
          <ac:chgData name="Marcel S" userId="33a534d834bb57d4" providerId="LiveId" clId="{E560C73B-C6F7-4310-8CE0-F686C575AC45}" dt="2026-05-14T20:01:05.657" v="441" actId="1076"/>
          <ac:picMkLst>
            <pc:docMk/>
            <pc:sldMk cId="146155673" sldId="269"/>
            <ac:picMk id="5" creationId="{1CEAB1B1-D2DE-BB49-C1E3-1915A6847CCE}"/>
          </ac:picMkLst>
        </pc:picChg>
      </pc:sldChg>
      <pc:sldChg chg="addSp modSp new mod">
        <pc:chgData name="Marcel S" userId="33a534d834bb57d4" providerId="LiveId" clId="{E560C73B-C6F7-4310-8CE0-F686C575AC45}" dt="2026-05-14T20:01:42.828" v="453" actId="1076"/>
        <pc:sldMkLst>
          <pc:docMk/>
          <pc:sldMk cId="3085427022" sldId="270"/>
        </pc:sldMkLst>
        <pc:spChg chg="mod">
          <ac:chgData name="Marcel S" userId="33a534d834bb57d4" providerId="LiveId" clId="{E560C73B-C6F7-4310-8CE0-F686C575AC45}" dt="2026-05-14T20:01:26.871" v="449" actId="1076"/>
          <ac:spMkLst>
            <pc:docMk/>
            <pc:sldMk cId="3085427022" sldId="270"/>
            <ac:spMk id="2" creationId="{299DE9D3-EF50-16AE-2F75-3A9F6952DE16}"/>
          </ac:spMkLst>
        </pc:spChg>
        <pc:picChg chg="add mod">
          <ac:chgData name="Marcel S" userId="33a534d834bb57d4" providerId="LiveId" clId="{E560C73B-C6F7-4310-8CE0-F686C575AC45}" dt="2026-05-14T20:01:42.828" v="453" actId="1076"/>
          <ac:picMkLst>
            <pc:docMk/>
            <pc:sldMk cId="3085427022" sldId="270"/>
            <ac:picMk id="5" creationId="{3D8DA7C3-447E-7E3D-BFEF-E657F7350829}"/>
          </ac:picMkLst>
        </pc:picChg>
      </pc:sldChg>
      <pc:sldChg chg="modSp new mod">
        <pc:chgData name="Marcel S" userId="33a534d834bb57d4" providerId="LiveId" clId="{E560C73B-C6F7-4310-8CE0-F686C575AC45}" dt="2026-05-14T20:04:15.320" v="775" actId="20577"/>
        <pc:sldMkLst>
          <pc:docMk/>
          <pc:sldMk cId="2412648062" sldId="271"/>
        </pc:sldMkLst>
        <pc:spChg chg="mod">
          <ac:chgData name="Marcel S" userId="33a534d834bb57d4" providerId="LiveId" clId="{E560C73B-C6F7-4310-8CE0-F686C575AC45}" dt="2026-05-14T20:04:15.320" v="775" actId="20577"/>
          <ac:spMkLst>
            <pc:docMk/>
            <pc:sldMk cId="2412648062" sldId="271"/>
            <ac:spMk id="2" creationId="{14943337-9E07-BE14-8ED0-7E610237E29E}"/>
          </ac:spMkLst>
        </pc:spChg>
        <pc:spChg chg="mod">
          <ac:chgData name="Marcel S" userId="33a534d834bb57d4" providerId="LiveId" clId="{E560C73B-C6F7-4310-8CE0-F686C575AC45}" dt="2026-05-14T20:04:06.651" v="768" actId="27636"/>
          <ac:spMkLst>
            <pc:docMk/>
            <pc:sldMk cId="2412648062" sldId="271"/>
            <ac:spMk id="3" creationId="{6AF73C9A-BDEC-0B38-4360-E26928823D3C}"/>
          </ac:spMkLst>
        </pc:spChg>
      </pc:sldChg>
      <pc:sldChg chg="modSp new mod">
        <pc:chgData name="Marcel S" userId="33a534d834bb57d4" providerId="LiveId" clId="{E560C73B-C6F7-4310-8CE0-F686C575AC45}" dt="2026-05-14T20:05:34.620" v="789" actId="20577"/>
        <pc:sldMkLst>
          <pc:docMk/>
          <pc:sldMk cId="2790947394" sldId="272"/>
        </pc:sldMkLst>
        <pc:spChg chg="mod">
          <ac:chgData name="Marcel S" userId="33a534d834bb57d4" providerId="LiveId" clId="{E560C73B-C6F7-4310-8CE0-F686C575AC45}" dt="2026-05-14T20:04:47.970" v="779" actId="20577"/>
          <ac:spMkLst>
            <pc:docMk/>
            <pc:sldMk cId="2790947394" sldId="272"/>
            <ac:spMk id="2" creationId="{9FAAE531-E666-C3AF-FBEC-4ABE20A0EE3D}"/>
          </ac:spMkLst>
        </pc:spChg>
        <pc:spChg chg="mod">
          <ac:chgData name="Marcel S" userId="33a534d834bb57d4" providerId="LiveId" clId="{E560C73B-C6F7-4310-8CE0-F686C575AC45}" dt="2026-05-14T20:05:34.620" v="789" actId="20577"/>
          <ac:spMkLst>
            <pc:docMk/>
            <pc:sldMk cId="2790947394" sldId="272"/>
            <ac:spMk id="3" creationId="{5B11A4F6-D5BE-20F2-107C-314067678CD7}"/>
          </ac:spMkLst>
        </pc:spChg>
      </pc:sldChg>
      <pc:sldChg chg="addSp delSp modSp new mod">
        <pc:chgData name="Marcel S" userId="33a534d834bb57d4" providerId="LiveId" clId="{E560C73B-C6F7-4310-8CE0-F686C575AC45}" dt="2026-05-14T20:24:01.677" v="807" actId="20577"/>
        <pc:sldMkLst>
          <pc:docMk/>
          <pc:sldMk cId="1654594364" sldId="273"/>
        </pc:sldMkLst>
        <pc:spChg chg="mod">
          <ac:chgData name="Marcel S" userId="33a534d834bb57d4" providerId="LiveId" clId="{E560C73B-C6F7-4310-8CE0-F686C575AC45}" dt="2026-05-14T20:24:01.677" v="807" actId="20577"/>
          <ac:spMkLst>
            <pc:docMk/>
            <pc:sldMk cId="1654594364" sldId="273"/>
            <ac:spMk id="2" creationId="{65064E18-762A-0995-1960-339A9588E65B}"/>
          </ac:spMkLst>
        </pc:spChg>
        <pc:spChg chg="del">
          <ac:chgData name="Marcel S" userId="33a534d834bb57d4" providerId="LiveId" clId="{E560C73B-C6F7-4310-8CE0-F686C575AC45}" dt="2026-05-14T20:23:55.270" v="792"/>
          <ac:spMkLst>
            <pc:docMk/>
            <pc:sldMk cId="1654594364" sldId="273"/>
            <ac:spMk id="3" creationId="{A0A552D3-79F0-3C74-0414-435D9C707112}"/>
          </ac:spMkLst>
        </pc:spChg>
        <pc:picChg chg="add mod ord">
          <ac:chgData name="Marcel S" userId="33a534d834bb57d4" providerId="LiveId" clId="{E560C73B-C6F7-4310-8CE0-F686C575AC45}" dt="2026-05-14T20:23:55.270" v="792"/>
          <ac:picMkLst>
            <pc:docMk/>
            <pc:sldMk cId="1654594364" sldId="273"/>
            <ac:picMk id="5" creationId="{671E311C-8992-4364-F837-02FF1079D23A}"/>
          </ac:picMkLst>
        </pc:picChg>
      </pc:sldChg>
      <pc:sldChg chg="addSp delSp modSp new mod">
        <pc:chgData name="Marcel S" userId="33a534d834bb57d4" providerId="LiveId" clId="{E560C73B-C6F7-4310-8CE0-F686C575AC45}" dt="2026-05-14T20:24:37.710" v="832" actId="1076"/>
        <pc:sldMkLst>
          <pc:docMk/>
          <pc:sldMk cId="828267753" sldId="274"/>
        </pc:sldMkLst>
        <pc:spChg chg="mod">
          <ac:chgData name="Marcel S" userId="33a534d834bb57d4" providerId="LiveId" clId="{E560C73B-C6F7-4310-8CE0-F686C575AC45}" dt="2026-05-14T20:24:09.406" v="821" actId="20577"/>
          <ac:spMkLst>
            <pc:docMk/>
            <pc:sldMk cId="828267753" sldId="274"/>
            <ac:spMk id="2" creationId="{5E958B94-39F5-9237-D811-05765118D5ED}"/>
          </ac:spMkLst>
        </pc:spChg>
        <pc:spChg chg="del">
          <ac:chgData name="Marcel S" userId="33a534d834bb57d4" providerId="LiveId" clId="{E560C73B-C6F7-4310-8CE0-F686C575AC45}" dt="2026-05-14T20:24:14.884" v="824"/>
          <ac:spMkLst>
            <pc:docMk/>
            <pc:sldMk cId="828267753" sldId="274"/>
            <ac:spMk id="3" creationId="{B5F999BF-1167-E231-4B72-E941E041423D}"/>
          </ac:spMkLst>
        </pc:spChg>
        <pc:picChg chg="add mod ord">
          <ac:chgData name="Marcel S" userId="33a534d834bb57d4" providerId="LiveId" clId="{E560C73B-C6F7-4310-8CE0-F686C575AC45}" dt="2026-05-14T20:24:25.582" v="829" actId="1076"/>
          <ac:picMkLst>
            <pc:docMk/>
            <pc:sldMk cId="828267753" sldId="274"/>
            <ac:picMk id="5" creationId="{7E3264ED-2811-918C-9398-B3F5D77EDAE3}"/>
          </ac:picMkLst>
        </pc:picChg>
        <pc:picChg chg="add mod">
          <ac:chgData name="Marcel S" userId="33a534d834bb57d4" providerId="LiveId" clId="{E560C73B-C6F7-4310-8CE0-F686C575AC45}" dt="2026-05-14T20:24:37.710" v="832" actId="1076"/>
          <ac:picMkLst>
            <pc:docMk/>
            <pc:sldMk cId="828267753" sldId="274"/>
            <ac:picMk id="7" creationId="{CBC5ADA7-8E63-013B-F7CE-6B3935334BD5}"/>
          </ac:picMkLst>
        </pc:picChg>
      </pc:sldChg>
      <pc:sldChg chg="addSp delSp modSp new mod">
        <pc:chgData name="Marcel S" userId="33a534d834bb57d4" providerId="LiveId" clId="{E560C73B-C6F7-4310-8CE0-F686C575AC45}" dt="2026-05-14T20:26:13.228" v="868"/>
        <pc:sldMkLst>
          <pc:docMk/>
          <pc:sldMk cId="2303772349" sldId="275"/>
        </pc:sldMkLst>
        <pc:spChg chg="mod">
          <ac:chgData name="Marcel S" userId="33a534d834bb57d4" providerId="LiveId" clId="{E560C73B-C6F7-4310-8CE0-F686C575AC45}" dt="2026-05-14T20:25:03.053" v="834"/>
          <ac:spMkLst>
            <pc:docMk/>
            <pc:sldMk cId="2303772349" sldId="275"/>
            <ac:spMk id="2" creationId="{7024F7C3-6789-DA78-1B2E-35406AC4E3BD}"/>
          </ac:spMkLst>
        </pc:spChg>
        <pc:grpChg chg="del mod">
          <ac:chgData name="Marcel S" userId="33a534d834bb57d4" providerId="LiveId" clId="{E560C73B-C6F7-4310-8CE0-F686C575AC45}" dt="2026-05-14T20:25:58.902" v="853"/>
          <ac:grpSpMkLst>
            <pc:docMk/>
            <pc:sldMk cId="2303772349" sldId="275"/>
            <ac:grpSpMk id="16" creationId="{48C25740-CD55-6B08-06EA-18D9A3F4C8AE}"/>
          </ac:grpSpMkLst>
        </pc:grpChg>
        <pc:grpChg chg="del mod">
          <ac:chgData name="Marcel S" userId="33a534d834bb57d4" providerId="LiveId" clId="{E560C73B-C6F7-4310-8CE0-F686C575AC45}" dt="2026-05-14T20:26:01.680" v="856"/>
          <ac:grpSpMkLst>
            <pc:docMk/>
            <pc:sldMk cId="2303772349" sldId="275"/>
            <ac:grpSpMk id="20" creationId="{941F8DC1-1DB7-BFF5-C8FF-9476EEA129CA}"/>
          </ac:grpSpMkLst>
        </pc:grpChg>
        <pc:grpChg chg="del mod">
          <ac:chgData name="Marcel S" userId="33a534d834bb57d4" providerId="LiveId" clId="{E560C73B-C6F7-4310-8CE0-F686C575AC45}" dt="2026-05-14T20:26:02.206" v="858"/>
          <ac:grpSpMkLst>
            <pc:docMk/>
            <pc:sldMk cId="2303772349" sldId="275"/>
            <ac:grpSpMk id="23" creationId="{E8644D18-55B6-DDD0-B020-95DEBC25A8F8}"/>
          </ac:grpSpMkLst>
        </pc:grpChg>
        <pc:grpChg chg="del mod">
          <ac:chgData name="Marcel S" userId="33a534d834bb57d4" providerId="LiveId" clId="{E560C73B-C6F7-4310-8CE0-F686C575AC45}" dt="2026-05-14T20:26:07.180" v="864"/>
          <ac:grpSpMkLst>
            <pc:docMk/>
            <pc:sldMk cId="2303772349" sldId="275"/>
            <ac:grpSpMk id="25" creationId="{19694343-7CD6-3248-B19A-DBA9AD69E7D1}"/>
          </ac:grpSpMkLst>
        </pc:grpChg>
        <pc:grpChg chg="del mod">
          <ac:chgData name="Marcel S" userId="33a534d834bb57d4" providerId="LiveId" clId="{E560C73B-C6F7-4310-8CE0-F686C575AC45}" dt="2026-05-14T20:26:11.050" v="866"/>
          <ac:grpSpMkLst>
            <pc:docMk/>
            <pc:sldMk cId="2303772349" sldId="275"/>
            <ac:grpSpMk id="31" creationId="{1C076A71-B6A2-2C49-D268-AAAF016A0B14}"/>
          </ac:grpSpMkLst>
        </pc:grpChg>
        <pc:grpChg chg="del mod">
          <ac:chgData name="Marcel S" userId="33a534d834bb57d4" providerId="LiveId" clId="{E560C73B-C6F7-4310-8CE0-F686C575AC45}" dt="2026-05-14T20:26:13.228" v="868"/>
          <ac:grpSpMkLst>
            <pc:docMk/>
            <pc:sldMk cId="2303772349" sldId="275"/>
            <ac:grpSpMk id="33" creationId="{6C526469-1285-D738-0BE7-E589925DBFC3}"/>
          </ac:grpSpMkLst>
        </pc:grpChg>
        <pc:grpChg chg="mod">
          <ac:chgData name="Marcel S" userId="33a534d834bb57d4" providerId="LiveId" clId="{E560C73B-C6F7-4310-8CE0-F686C575AC45}" dt="2026-05-14T20:26:13.228" v="868"/>
          <ac:grpSpMkLst>
            <pc:docMk/>
            <pc:sldMk cId="2303772349" sldId="275"/>
            <ac:grpSpMk id="35" creationId="{34E32487-45FA-AD2D-1CBE-8A187C05121D}"/>
          </ac:grpSpMkLst>
        </pc:grpChg>
        <pc:picChg chg="add mod">
          <ac:chgData name="Marcel S" userId="33a534d834bb57d4" providerId="LiveId" clId="{E560C73B-C6F7-4310-8CE0-F686C575AC45}" dt="2026-05-14T20:25:15.660" v="836" actId="1076"/>
          <ac:picMkLst>
            <pc:docMk/>
            <pc:sldMk cId="2303772349" sldId="275"/>
            <ac:picMk id="5" creationId="{A174073A-ED2F-18A4-844C-271E2B8961ED}"/>
          </ac:picMkLst>
        </pc:picChg>
        <pc:inkChg chg="add del">
          <ac:chgData name="Marcel S" userId="33a534d834bb57d4" providerId="LiveId" clId="{E560C73B-C6F7-4310-8CE0-F686C575AC45}" dt="2026-05-14T20:25:25.605" v="838" actId="9405"/>
          <ac:inkMkLst>
            <pc:docMk/>
            <pc:sldMk cId="2303772349" sldId="275"/>
            <ac:inkMk id="6" creationId="{235E3244-982B-EED3-4E5D-59EF7718FE13}"/>
          </ac:inkMkLst>
        </pc:inkChg>
        <pc:inkChg chg="add del">
          <ac:chgData name="Marcel S" userId="33a534d834bb57d4" providerId="LiveId" clId="{E560C73B-C6F7-4310-8CE0-F686C575AC45}" dt="2026-05-14T20:25:33.928" v="840" actId="9405"/>
          <ac:inkMkLst>
            <pc:docMk/>
            <pc:sldMk cId="2303772349" sldId="275"/>
            <ac:inkMk id="7" creationId="{57469492-24DA-AB3A-CC83-DB13B1F918BE}"/>
          </ac:inkMkLst>
        </pc:inkChg>
        <pc:inkChg chg="add">
          <ac:chgData name="Marcel S" userId="33a534d834bb57d4" providerId="LiveId" clId="{E560C73B-C6F7-4310-8CE0-F686C575AC45}" dt="2026-05-14T20:25:38.704" v="841" actId="9405"/>
          <ac:inkMkLst>
            <pc:docMk/>
            <pc:sldMk cId="2303772349" sldId="275"/>
            <ac:inkMk id="8" creationId="{B292C569-5C46-A27A-34E7-F525869F9225}"/>
          </ac:inkMkLst>
        </pc:inkChg>
        <pc:inkChg chg="add">
          <ac:chgData name="Marcel S" userId="33a534d834bb57d4" providerId="LiveId" clId="{E560C73B-C6F7-4310-8CE0-F686C575AC45}" dt="2026-05-14T20:25:43.105" v="842" actId="9405"/>
          <ac:inkMkLst>
            <pc:docMk/>
            <pc:sldMk cId="2303772349" sldId="275"/>
            <ac:inkMk id="9" creationId="{B60AEFF4-512B-0F67-5162-39F2CE12A193}"/>
          </ac:inkMkLst>
        </pc:inkChg>
        <pc:inkChg chg="add">
          <ac:chgData name="Marcel S" userId="33a534d834bb57d4" providerId="LiveId" clId="{E560C73B-C6F7-4310-8CE0-F686C575AC45}" dt="2026-05-14T20:25:44.741" v="843" actId="9405"/>
          <ac:inkMkLst>
            <pc:docMk/>
            <pc:sldMk cId="2303772349" sldId="275"/>
            <ac:inkMk id="10" creationId="{5BF61484-882A-0354-AB47-E76FE316E327}"/>
          </ac:inkMkLst>
        </pc:inkChg>
        <pc:inkChg chg="add">
          <ac:chgData name="Marcel S" userId="33a534d834bb57d4" providerId="LiveId" clId="{E560C73B-C6F7-4310-8CE0-F686C575AC45}" dt="2026-05-14T20:25:46.360" v="844" actId="9405"/>
          <ac:inkMkLst>
            <pc:docMk/>
            <pc:sldMk cId="2303772349" sldId="275"/>
            <ac:inkMk id="11" creationId="{B04AF098-C3F5-9A0A-930A-15CEDE32C44C}"/>
          </ac:inkMkLst>
        </pc:inkChg>
        <pc:inkChg chg="add">
          <ac:chgData name="Marcel S" userId="33a534d834bb57d4" providerId="LiveId" clId="{E560C73B-C6F7-4310-8CE0-F686C575AC45}" dt="2026-05-14T20:25:48.312" v="845" actId="9405"/>
          <ac:inkMkLst>
            <pc:docMk/>
            <pc:sldMk cId="2303772349" sldId="275"/>
            <ac:inkMk id="12" creationId="{7AAE3D15-230B-EEB5-2B78-D19E62EDD9A9}"/>
          </ac:inkMkLst>
        </pc:inkChg>
        <pc:inkChg chg="add">
          <ac:chgData name="Marcel S" userId="33a534d834bb57d4" providerId="LiveId" clId="{E560C73B-C6F7-4310-8CE0-F686C575AC45}" dt="2026-05-14T20:25:50.567" v="846" actId="9405"/>
          <ac:inkMkLst>
            <pc:docMk/>
            <pc:sldMk cId="2303772349" sldId="275"/>
            <ac:inkMk id="13" creationId="{78BDE1C9-17DF-830E-7933-A3783947634B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14" creationId="{BD279F84-6347-DFF4-B27E-489C0541C945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15" creationId="{165EDECC-A1A1-9AE0-3079-5B1BAA3EC6B5}"/>
          </ac:inkMkLst>
        </pc:inkChg>
        <pc:inkChg chg="add mod">
          <ac:chgData name="Marcel S" userId="33a534d834bb57d4" providerId="LiveId" clId="{E560C73B-C6F7-4310-8CE0-F686C575AC45}" dt="2026-05-14T20:26:02.206" v="858"/>
          <ac:inkMkLst>
            <pc:docMk/>
            <pc:sldMk cId="2303772349" sldId="275"/>
            <ac:inkMk id="17" creationId="{226EC446-7562-C0B7-B181-CDDF5227C106}"/>
          </ac:inkMkLst>
        </pc:inkChg>
        <pc:inkChg chg="add mod">
          <ac:chgData name="Marcel S" userId="33a534d834bb57d4" providerId="LiveId" clId="{E560C73B-C6F7-4310-8CE0-F686C575AC45}" dt="2026-05-14T20:26:02.206" v="858"/>
          <ac:inkMkLst>
            <pc:docMk/>
            <pc:sldMk cId="2303772349" sldId="275"/>
            <ac:inkMk id="18" creationId="{04182127-68BA-6180-7253-D2B1D4CFC7DE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19" creationId="{9F9EEFE6-FF39-45A0-9021-32F9A9EAA95C}"/>
          </ac:inkMkLst>
        </pc:inkChg>
        <pc:inkChg chg="add mod">
          <ac:chgData name="Marcel S" userId="33a534d834bb57d4" providerId="LiveId" clId="{E560C73B-C6F7-4310-8CE0-F686C575AC45}" dt="2026-05-14T20:26:02.206" v="858"/>
          <ac:inkMkLst>
            <pc:docMk/>
            <pc:sldMk cId="2303772349" sldId="275"/>
            <ac:inkMk id="21" creationId="{F039513E-B016-3818-B494-6B6C81FF59A0}"/>
          </ac:inkMkLst>
        </pc:inkChg>
        <pc:inkChg chg="add mod">
          <ac:chgData name="Marcel S" userId="33a534d834bb57d4" providerId="LiveId" clId="{E560C73B-C6F7-4310-8CE0-F686C575AC45}" dt="2026-05-14T20:26:02.206" v="858"/>
          <ac:inkMkLst>
            <pc:docMk/>
            <pc:sldMk cId="2303772349" sldId="275"/>
            <ac:inkMk id="22" creationId="{E4420FB0-70E4-6E52-26CD-95850E023BEA}"/>
          </ac:inkMkLst>
        </pc:inkChg>
        <pc:inkChg chg="add mod">
          <ac:chgData name="Marcel S" userId="33a534d834bb57d4" providerId="LiveId" clId="{E560C73B-C6F7-4310-8CE0-F686C575AC45}" dt="2026-05-14T20:26:02.206" v="858"/>
          <ac:inkMkLst>
            <pc:docMk/>
            <pc:sldMk cId="2303772349" sldId="275"/>
            <ac:inkMk id="24" creationId="{7DF91DB0-56B8-64D6-BFAC-C479399A0194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26" creationId="{5C810539-8D34-9751-CAB2-12C1C2DA18D4}"/>
          </ac:inkMkLst>
        </pc:inkChg>
        <pc:inkChg chg="add mod">
          <ac:chgData name="Marcel S" userId="33a534d834bb57d4" providerId="LiveId" clId="{E560C73B-C6F7-4310-8CE0-F686C575AC45}" dt="2026-05-14T20:26:07.180" v="864"/>
          <ac:inkMkLst>
            <pc:docMk/>
            <pc:sldMk cId="2303772349" sldId="275"/>
            <ac:inkMk id="27" creationId="{E96EBCC3-067B-74D0-0693-BBCB5554C165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28" creationId="{A9A6958D-E787-308C-53B0-59A3DDC9D338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29" creationId="{F8BF3F04-CC2C-16C1-E045-B318C331C428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30" creationId="{AF9771C7-6361-D7F0-CE59-BB9D09A477DB}"/>
          </ac:inkMkLst>
        </pc:inkChg>
        <pc:inkChg chg="add mod">
          <ac:chgData name="Marcel S" userId="33a534d834bb57d4" providerId="LiveId" clId="{E560C73B-C6F7-4310-8CE0-F686C575AC45}" dt="2026-05-14T20:26:13.228" v="868"/>
          <ac:inkMkLst>
            <pc:docMk/>
            <pc:sldMk cId="2303772349" sldId="275"/>
            <ac:inkMk id="32" creationId="{88FAD163-5BD3-AE8E-76B5-87F4061DA287}"/>
          </ac:inkMkLst>
        </pc:inkChg>
        <pc:inkChg chg="add">
          <ac:chgData name="Marcel S" userId="33a534d834bb57d4" providerId="LiveId" clId="{E560C73B-C6F7-4310-8CE0-F686C575AC45}" dt="2026-05-14T20:26:12.289" v="867" actId="9405"/>
          <ac:inkMkLst>
            <pc:docMk/>
            <pc:sldMk cId="2303772349" sldId="275"/>
            <ac:inkMk id="34" creationId="{47D21C6F-0B23-8E3E-1BA0-473018CCAB0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38.7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0 373 24575,'6'1'0,"-1"0"0,0 0 0,0 1 0,0-1 0,0 1 0,0 0 0,0 1 0,0-1 0,-1 1 0,1 0 0,-1 0 0,0 0 0,0 1 0,0 0 0,0-1 0,0 1 0,-1 1 0,0-1 0,0 0 0,0 1 0,0-1 0,2 9 0,5 7 0,-1 0 0,-1 1 0,-1 0 0,5 24 0,20 80 0,52 134 0,-64-203 0,-8-20 0,2-2 0,35 67 0,-24-52 0,-20-37 0,0-1 0,0 0 0,2-1 0,-1 1 0,15 16 0,-20-27 0,0 1 0,0 0 0,0-1 0,0 1 0,0-1 0,0 0 0,1 1 0,-1-1 0,0 0 0,0 1 0,0-1 0,1 0 0,-1 0 0,0 0 0,0 0 0,1 0 0,-1-1 0,0 1 0,0 0 0,1 0 0,-1-1 0,0 1 0,0-1 0,0 1 0,0-1 0,0 0 0,0 1 0,0-1 0,0 0 0,0 0 0,0 0 0,0 1 0,1-2 0,33-36 0,-29 32 0,151-214 0,-77 103 0,-71 103 0,75-104 0,144-159 0,-41 71 0,-161 174 0,-2-2 0,-1-1 0,-1 0 0,27-64 0,-23 37-1365,-15 42-5461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43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24575,'1'0'0,"0"1"0,0-1 0,0 1 0,0-1 0,0 1 0,0-1 0,0 1 0,0-1 0,0 1 0,-1 0 0,1 0 0,0-1 0,0 1 0,-1 0 0,1 0 0,0 0 0,-1 0 0,1 0 0,-1 0 0,1 0 0,-1 0 0,0 0 0,1 0 0,-1 0 0,0 1 0,9 36 0,-6-24 0,51 211 0,-23-89 0,62 169 0,25 99 0,-30-84 0,-14-129 0,-73-188 0,0 0 0,1-1 0,-1 1 0,1 0 0,0-1 0,0 0 0,-1 1 0,2-1 0,-1 0 0,0 0 0,0 0 0,1 0 0,-1 0 0,1-1 0,-1 1 0,1-1 0,0 1 0,4 0 0,-2-1 0,0 0 0,0 0 0,0 0 0,0-1 0,0 0 0,0 0 0,1-1 0,-1 1 0,0-1 0,5-2 0,13-4 0,-2-1 0,1-1 0,38-22 0,-46 23 0,254-151 0,-56 32 0,358-253-612,-449 293 554,-4 3 198,-4-5-1,-4-5 1,130-144 0,-122 91 43,-65 79-901,68-69-1,-98 115-6107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44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24575,'2'10'0,"0"0"0,1-1 0,0 1 0,0-1 0,1 0 0,0 0 0,0 0 0,1-1 0,0 0 0,7 8 0,5 12 0,82 120 0,-29-47 0,-46-64 0,6 9 0,38 75 0,-22-40 0,-33-62 0,-1 2 0,17 38 0,-28-56 0,-1-1 0,1 1 0,0-1 0,0 0 0,0 1 0,0-1 0,0 0 0,1 0 0,-1 1 0,1-1 0,-1 0 0,1-1 0,0 1 0,0 0 0,0 0 0,0-1 0,0 1 0,0-1 0,0 0 0,1 1 0,-1-1 0,0 0 0,1 0 0,-1-1 0,1 1 0,-1 0 0,1-1 0,-1 0 0,1 1 0,-1-1 0,1 0 0,0 0 0,-1-1 0,1 1 0,-1 0 0,1-1 0,-1 0 0,1 1 0,-1-1 0,0 0 0,1 0 0,2-2 0,11-6 0,0-1 0,-1 0 0,0-1 0,24-24 0,-22 20 0,12-7 0,2 1 0,59-31 0,11-7 0,120-85 0,100-69 0,-191 109-1365,-109 89-5461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46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24575,'3'1'0,"-1"1"0,0-1 0,0 1 0,0-1 0,0 1 0,0 0 0,-1 0 0,1 0 0,0 0 0,-1 0 0,1 0 0,-1 1 0,0-1 0,0 0 0,0 1 0,0-1 0,0 1 0,0 2 0,3 4 0,30 71 0,27 98 0,-20-54 0,-38-114 0,0-1 0,1 0 0,1 0 0,-1 0 0,1-1 0,1 1 0,0-1 0,0-1 0,0 1 0,13 10 0,-15-14 0,1-1 0,-1 0 0,1-1 0,0 1 0,0-1 0,0 0 0,0 0 0,0 0 0,0-1 0,0 0 0,0 0 0,1 0 0,-1-1 0,1 0 0,-1 0 0,0 0 0,1 0 0,-1-1 0,0 0 0,0 0 0,7-3 0,13-6 0,0-1 0,-1-1 0,0-1 0,-1-1 0,0-1 0,-1-2 0,21-19 0,66-46 0,252-145 0,-326 198-1365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48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1 310 24575,'2'18'0,"0"1"0,1-1 0,1 0 0,1 0 0,12 29 0,5 22 0,15 72 0,49 225 0,-85-359 0,13 60 0,-13-62 0,1 0 0,0-1 0,-1 1 0,1-1 0,1 1 0,-1-1 0,1 0 0,0 0 0,0 0 0,6 7 0,-7-10 0,-1 0 0,0 0 0,1-1 0,-1 1 0,1 0 0,0-1 0,-1 1 0,1-1 0,-1 0 0,1 0 0,0 1 0,-1-1 0,1 0 0,0 0 0,-1-1 0,1 1 0,0 0 0,-1 0 0,1-1 0,0 1 0,-1-1 0,1 0 0,-1 1 0,1-1 0,-1 0 0,0 0 0,1 0 0,1-1 0,37-34 0,-37 33 0,271-304 0,-21 21 0,-101 138 0,170-128 0,-267 232 0,-23 17-1365,-7 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0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1 336 24575,'0'-7'0,"1"1"0,1-1 0,-1 0 0,1 0 0,0 1 0,1-1 0,-1 1 0,1-1 0,0 1 0,1 0 0,0 0 0,0 0 0,7-7 0,-3 3 0,1 1 0,0 0 0,1 1 0,0 0 0,0 1 0,18-11 0,203-114 0,-219 125 0,1 2 0,0 0 0,-1 0 0,2 1 0,-1 1 0,0 0 0,1 1 0,-1 0 0,1 1 0,0 1 0,-1 0 0,1 1 0,16 3 0,-26-3 0,-1 0 0,1 0 0,-1 1 0,0-1 0,0 1 0,0 0 0,0 0 0,0 0 0,0 0 0,0 1 0,-1-1 0,1 1 0,3 5 0,29 48 0,-3-4 0,100 81 0,-114-116 0,2-1 0,0-1 0,0 0 0,2-1 0,0-2 0,0 0 0,32 11 0,-38-19 0,0 0 0,0-1 0,0-1 0,1 0 0,0-2 0,-1 0 0,1 0 0,-1-2 0,30-5 0,14-7 0,69-25 0,-105 31 0,31-9 0,-2-2 0,0-3 0,74-41 0,-70 20-1365,-34 23-5461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4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24575,'-3'139'0,"7"155"0,9-205 0,-12-84 0,0 0 0,1-1 0,-1 1 0,1 0 0,0 0 0,0-1 0,0 1 0,1-1 0,0 0 0,0 1 0,0-1 0,0 0 0,0-1 0,1 1 0,4 3 0,-5-6 0,1 0 0,-1 0 0,0 0 0,1-1 0,-1 1 0,1-1 0,-1 0 0,1 0 0,-1 0 0,1 0 0,-1-1 0,1 1 0,-1-1 0,0 0 0,1 0 0,-1 0 0,0-1 0,6-2 0,59-36 0,-60 35 0,24-19 0,0-1 0,31-34 0,-33 31 0,0 1 0,39-26 0,-29 24-455,-1-2 0,59-59 0,-76 68-6371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5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329 0 24575,'-202'204'0,"188"-190"0,2 1 0,-1 0 0,2 1 0,-16 29 0,22-35 0,0 1 0,1 0 0,0 0 0,1 0 0,1 1 0,-1-1 0,2 1 0,0-1 0,0 13 0,-9 45-12,0 5 97,10-69-187,0-1-1,0 1 0,0-1 0,1 1 1,-1-1-1,1 1 0,1-1 0,-1 0 1,0 1-1,1-1 0,0 0 0,0 0 1,3 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6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69 24575,'0'2'0,"0"0"0,0-1 0,0 1 0,1 0 0,-1 0 0,1 0 0,-1 0 0,1-1 0,0 1 0,-1 0 0,1 0 0,0-1 0,0 1 0,0-1 0,0 1 0,1-1 0,-1 1 0,0-1 0,1 0 0,-1 1 0,1-1 0,-1 0 0,4 2 0,0-1 0,0 0 0,0 0 0,0-1 0,0 1 0,1-1 0,-1 0 0,0-1 0,11 1 0,-4-1 0,0-1 0,0 0 0,-1 0 0,1-2 0,0 1 0,-1-1 0,1-1 0,15-7 0,-17 5 0,-1-1 0,0 0 0,0 0 0,0-1 0,-1 0 0,0-1 0,10-14 0,-3 5 0,-15 18 0,0 0 0,0-1 0,0 1 0,0 0 0,1 0 0,-1 0 0,0 0 0,0 0 0,0 0 0,0 0 0,0 0 0,0 0 0,0-1 0,1 1 0,-1 0 0,0 0 0,0 0 0,0 0 0,0 0 0,0 0 0,1 0 0,-1 0 0,0 0 0,0 0 0,0 0 0,0 0 0,0 0 0,1 0 0,-1 0 0,0 0 0,0 0 0,0 1 0,0-1 0,0 0 0,1 0 0,-1 0 0,0 0 0,0 0 0,0 0 0,0 0 0,0 0 0,0 0 0,0 1 0,0-1 0,1 0 0,-1 0 0,0 0 0,0 0 0,0 0 0,0 0 0,0 1 0,0-1 0,0 0 0,0 0 0,0 0 0,0 0 0,0 0 0,0 1 0,0-1 0,0 0 0,0 0 0,0 0 0,3 19 0,-2 19 0,-4 428 0,3-461 0,0-1 0,0 0 0,0 0 0,-1 0 0,0 1 0,1-1 0,-2 0 0,1 0 0,0 0 0,-1 0 0,0 0 0,0-1 0,0 1 0,0 0 0,-1-1 0,1 0 0,-1 1 0,0-1 0,0 0 0,0-1 0,0 1 0,-1 0 0,1-1 0,-1 0 0,1 0 0,-1 0 0,0 0 0,0 0 0,0-1 0,0 0 0,0 1 0,0-2 0,0 1 0,-1 0 0,1-1 0,0 0 0,0 0 0,0 0 0,-1 0 0,1-1 0,0 0 0,-5-1 0,0 0 9,0-1-1,0 0 1,1 0-1,-1-1 1,1 0 0,0 0-1,0-1 1,1 0-1,-1-1 1,1 1-1,0-1 1,1-1-1,-9-10 1,7 8-158,1-1 1,0 0-1,0 0 1,2 0-1,-1-1 1,1 0-1,1 0 1,0-1-1,-5-20 1,6 8-6678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7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24575,'0'4'0,"0"6"0,0 10 0,0 6 0,0 2 0,0 2 0,0 3 0,0 2 0,0-2 0,0 2 0,0 4 0,0 5 0,0-2 0,0-4 0,0-3 0,0-4 0,0-7-8191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8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5:59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2 253 24575,'-1'-38'0,"0"21"0,1 0 0,1-1 0,3-19 0,-3 31 0,0 1 0,1-1 0,0 0 0,0 0 0,1 1 0,-1-1 0,1 1 0,1 0 0,-1 0 0,1 0 0,-1 0 0,9-7 0,-6 7 0,0 0 0,0 0 0,0 0 0,0 1 0,1 0 0,0 0 0,-1 1 0,2 0 0,-1 0 0,13-3 0,-16 6 0,-1-1 0,1 1 0,-1 0 0,1 0 0,-1 0 0,1 0 0,-1 0 0,1 1 0,-1 0 0,1 0 0,-1 0 0,0 0 0,1 0 0,-1 1 0,0-1 0,0 1 0,0 0 0,0 0 0,0 0 0,0 0 0,-1 1 0,1-1 0,-1 1 0,0-1 0,3 5 0,7 11-1365,0-1-5461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0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 1 24575,'-75'82'0,"50"-53"0,-53 48 0,67-68 0,0 0 0,0 1 0,0 1 0,2-1 0,-1 2 0,1-1 0,1 2 0,0-1 0,1 1 0,0 0 0,1 0 0,0 1 0,1 0 0,-3 15 0,-1 12 0,1 0 0,3 0 0,1 0 0,2 0 0,5 59 0,-1-92 8,-1 0-1,2 0 1,-1-1-1,1 1 1,0-1-1,1 0 1,-1 0-1,1 0 1,1 0-1,0 0 1,0-1-1,0 0 1,0 0-1,1-1 1,12 10-1,-8-7-142,0-1 0,0-1 0,0 0 0,0 0 0,1-1 0,0 0 0,0-1 0,1 0 0,-1-1 0,14 2 0,-5-3-6691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1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24575,'6'-4'0,"0"0"0,0 1 0,0-1 0,1 2 0,-1-1 0,1 1 0,0-1 0,0 2 0,8-2 0,25-8 0,16-12 0,-23 8 0,0 2 0,1 2 0,0 0 0,47-6 0,20-2-1365,-80 17-5461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2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0 989 24575,'2'-10'0,"0"1"0,0-1 0,1 1 0,0 0 0,1 0 0,0 0 0,0 1 0,1-1 0,0 1 0,7-8 0,14-29 0,0-10 0,23-69 0,-41 97 0,-1 1 0,-1-1 0,-1 0 0,-1-1 0,-1-27 0,0 26 0,0-1 0,2 1 0,2 0 0,18-53 0,4-16 0,10-52-1365,-33 128-5461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3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0 183 24575,'13'-11'0,"1"0"0,-1 1 0,2 1 0,-1 0 0,1 1 0,26-9 0,-21 8 0,-1 0 0,0-1 0,28-19 0,-38 22 0,-3 1 0,2 0 0,-1 1 0,1 0 0,-1 0 0,1 1 0,17-7 0,-23 11 0,0-1 0,0 1 0,1 0 0,-1 0 0,0 0 0,0 0 0,0 0 0,1 1 0,-1-1 0,0 1 0,0-1 0,0 1 0,0 0 0,0 0 0,0 0 0,0 0 0,0 0 0,0 0 0,0 0 0,-1 1 0,1-1 0,0 1 0,-1-1 0,1 1 0,-1 0 0,0-1 0,1 1 0,-1 0 0,0 0 0,0 0 0,0 0 0,-1 0 0,1 0 0,0 3 0,6 13 0,-2-1 0,0 1 0,2 19 0,0-1 0,-2 0-20,-1 0-1,-2 0 1,-3 60 0,-1-29-1264,2-45-5542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4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24575,'0'24'0,"1"1"0,1-1 0,1 0 0,10 33 0,-9-44 0,0 0 0,1 0 0,0-1 0,2 0 0,-1 0 0,1 0 0,1-1 0,0 0 0,14 14 0,-17-18 0,1-1 0,0 0 0,0 0 0,1-1 0,0 0 0,0 0 0,0-1 0,0 0 0,1 0 0,-1 0 0,1-1 0,0 0 0,0-1 0,1 0 0,-1 0 0,0-1 0,1 0 0,-1 0 0,10-1 0,-5 1 0,0-1 0,0-1 0,0 0 0,0-1 0,0-1 0,-1 0 0,1 0 0,19-9 0,-25 8 0,-1 1 0,0-1 0,0 0 0,0-1 0,0 0 0,-1 0 0,1 0 0,-2 0 0,1-1 0,0 0 0,-1 0 0,0 0 0,0 0 0,-1-1 0,0 1 0,4-14 0,18-68-372,24-175 0,-44 230-249,-1 11-6205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5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24 813 24575,'16'-9'0,"2"1"0,-1 1 0,1 1 0,0 0 0,0 1 0,1 1 0,-1 1 0,1 0 0,0 2 0,30 1 0,-47 0 0,1 0 0,-1 0 0,1 1 0,-1-1 0,0 1 0,1 0 0,-1 0 0,0 0 0,0 0 0,0 0 0,1 0 0,-1 1 0,0-1 0,-1 1 0,1-1 0,0 1 0,0 0 0,-1 0 0,1-1 0,-1 1 0,2 3 0,-1-1 0,0 1 0,0-1 0,-1 1 0,0-1 0,1 1 0,-2 0 0,1 0 0,0 0 0,-1-1 0,0 8 0,-1-3 0,0 0 0,0 0 0,-1 0 0,0 0 0,0 0 0,-1 0 0,0-1 0,0 1 0,-1-1 0,-1 0 0,-5 10 0,6-14 0,1 1 0,-1-1 0,0 0 0,0 0 0,0 0 0,-1-1 0,1 1 0,-1-1 0,0 0 0,0-1 0,0 1 0,0-1 0,-1 0 0,1 0 0,-1 0 0,1-1 0,-1 0 0,1 0 0,-1 0 0,0-1 0,1 0 0,-1 0 0,0 0 0,1-1 0,-1 0 0,0 0 0,1 0 0,-1-1 0,1 0 0,0 0 0,-1 0 0,1-1 0,0 1 0,0-1 0,1 0 0,-1-1 0,1 1 0,-1-1 0,1 0 0,0 0 0,1-1 0,-1 1 0,1-1 0,-1 1 0,-3-9 0,-1-8 0,0 0 0,2-1 0,0 1 0,2-1 0,0-1 0,-1-34 0,0 10 0,3 26 0,2 1 0,0-1 0,1 0 0,1 0 0,7-31 0,34-102 0,-13 58 0,-23 73 0,2 1 0,1 0 0,21-37 0,-18 39 0,-2-1 0,-1-1 0,15-43 0,-18 39-1365,0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06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0 24575,'1'1'0,"1"-1"0,-1 0 0,0 1 0,1 0 0,-1-1 0,1 1 0,-1 0 0,0-1 0,0 1 0,1 0 0,-1 0 0,0 0 0,0 0 0,0 0 0,0 0 0,0 1 0,0-1 0,-1 0 0,1 0 0,1 3 0,16 33 0,-12-21 0,26 53 0,-23-47 0,0-1 0,2 0 0,0-1 0,18 23 0,-18-28 0,0 0 0,0 1 0,-2 0 0,0 1 0,-1 0 0,7 19 0,-2-4 0,20 39 0,-23-55 0,-1 2 0,-1-1 0,-1 1 0,0 0 0,-2 1 0,0 0 0,0-1 0,0 21 0,-3-23 0,-1-1 0,-1 1 0,-1-1 0,0 0 0,-1 1 0,-1-1 0,0 0 0,-1 0 0,-1 0 0,0 0 0,-1-1 0,0 0 0,-1 0 0,-1-1 0,-10 14 0,-33 40 0,-89 89 0,127-144 27,-1-2 0,0 0-1,-1 0 1,-20 9 0,-36 24-1526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10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1896 130 24575,'-16'2'0,"0"0"0,-1 1 0,1 1 0,1 0 0,-1 2 0,0-1 0,1 2 0,0 0 0,-27 18 0,27-15 0,-1-2 0,0 1 0,0-2 0,0 0 0,-1-1 0,0-1 0,0 0 0,-26 3 0,-61 3 0,56-5 0,-54 1 0,59-7 0,20 1 0,1 0 0,-1-2 0,1 0 0,0-2 0,-1 0 0,1-2 0,-32-10 0,36 8 0,0 1 0,-1 1 0,0 1 0,0 0 0,-33 0 0,-101 5 0,59 2 0,86-3 0,-21 1 0,0-2 0,1-1 0,-50-9 0,70 9 0,-1-1 0,0 0 0,1 0 0,0-1 0,0 0 0,0 0 0,0-1 0,0 0 0,1-1 0,0 1 0,0-1 0,1-1 0,0 1 0,0-1 0,-10-15 0,1-1 0,-2 1 0,-37-38 0,53 60 0,1-1 0,0 1 0,-1 0 0,1 0 0,0-1 0,-1 1 0,1 0 0,0-1 0,-1 1 0,1 0 0,0-1 0,0 1 0,-1-1 0,1 1 0,0 0 0,0-1 0,0 1 0,0-1 0,0 1 0,-1 0 0,1-1 0,0 1 0,0-1 0,0 1 0,0-1 0,0 1 0,0-1 0,0 1 0,1 0 0,-1-1 0,0 1 0,0-1 0,0 0 0,16-5 0,31 5 0,-41 1 0,307 3 0,-851-3 0,530 0 0,0 0 0,0 1 0,0 0 0,-16 4 0,23-4 0,-1-1 0,0 1 0,0-1 0,0 1 0,1 0 0,-1-1 0,0 1 0,1 0 0,-1 0 0,1 1 0,-1-1 0,1 0 0,0 0 0,-1 1 0,1-1 0,0 0 0,0 1 0,0 0 0,0-1 0,0 1 0,0-1 0,1 1 0,-1 0 0,0 0 0,1 0 0,-1-1 0,1 4 0,0-4 0,0 0 0,0 0 0,1 1 0,-1-1 0,1 0 0,-1 0 0,1 0 0,-1 0 0,1 1 0,0-1 0,0 0 0,-1 0 0,1 0 0,0 0 0,0-1 0,0 1 0,0 0 0,0 0 0,0 0 0,0-1 0,0 1 0,2 0 0,34 15 0,-17-7 0,-2-1 0,0-1 0,0 0 0,0-1 0,32 5 0,-36-9 0,1 1 0,-1 1 0,0 0 0,0 1 0,0 0 0,-1 1 0,0 0 0,0 2 0,19 13 0,43 50 83,-50-44-807,46 35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20:26:12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 24575,'-2'11'0,"0"0"0,0 0 0,-1 0 0,-1 0 0,0-1 0,0 1 0,-1-1 0,-1 0 0,-12 18 0,9-13 0,0 0 0,1 0 0,-7 20 0,7-12 0,4-13 0,0 1 0,1 0 0,0 0 0,0 1 0,0 14 0,3-24 0,0 0 0,0 0 0,0 0 0,0 0 0,0 0 0,1 0 0,-1 0 0,1 0 0,-1 0 0,1-1 0,0 1 0,0 0 0,0 0 0,0 0 0,0-1 0,0 1 0,0 0 0,1-1 0,-1 0 0,0 1 0,1-1 0,0 0 0,-1 1 0,1-1 0,0 0 0,-1 0 0,1 0 0,0 0 0,0-1 0,0 1 0,0 0 0,0-1 0,0 0 0,0 1 0,3-1 0,19 2 0,1-2 0,-1-1 0,1-1 0,-1 0 0,0-2 0,0-1 0,0-1 0,34-14 0,-29 10 0,1 1 0,0 2 0,1 1 0,53-4 0,-68 9 0,1-1 0,-1 0 0,0-1 0,0-1 0,0 0 0,0-1 0,23-12 0,102-63 0,-27 14 0,-90 53-1365,-2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5FA445-73B1-3DC0-501E-F8859E775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C04408F-1A4B-CE22-1E3A-1FE3B1C2C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F1386B7-E00D-E23B-0556-500A2422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81BC67-1201-B110-A114-6BB09EA3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2B544AC-3226-F316-D176-5EF101D6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21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CEFEDA-9F97-88DB-A16F-AC0842E7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7DEBB7-D1CF-F0FC-399D-5A9C7E117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34347B7-0388-125F-1D92-4A48343B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80079B8-F822-5291-92BD-5D3A2262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96E6327-9A6A-CDA8-C810-138A0BED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070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193B4B-1C87-6CF5-8803-1643983D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6090849-04F7-5D2C-C8E8-68980A7C7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98796DF-6012-F067-7540-E9388F67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6D1CA9-DEC2-A017-6BAB-5D6223A3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B80F65-F675-689B-E07B-9AF545EA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254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B27570-DA3E-11AB-07CA-19A3B219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BA900E-556D-D8D5-A9B9-FDD3B1204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7A1D897-13EA-B8AA-D2A1-E153956EB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E0DEAA8-54C8-406C-1E5B-4C201F96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FDA1099-0712-B191-A0EF-B317819C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A440151-7A45-7BA1-A3D9-B00764E3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22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66A9E3-1225-5082-B6F2-126D6DE4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FE1BCB6-5B78-AA28-6D81-2A482AE34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0952CC4-77D2-DAA4-5FBF-6F380CCB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8B70148-42F7-0751-40EE-76AFCC3E1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2FC64FB-7989-25DD-C127-5EE1DF5A0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33704DC-9598-E2FF-441F-97B9AB8E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72EE932-B350-B479-853E-9A35590A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75378CD-E6BC-D862-AFAB-8F65C0EE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789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3E0DE1-8972-213B-3D3D-9681FAD8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D32678D-B00B-EF56-8330-D2602C33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6F0ECA0-7294-3D97-6A7F-2BAFD814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D77D91B-2E4D-486F-9A6E-161B2CFE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370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7D16242-1505-D79C-0FD5-9CE55533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897043C-4171-241C-255B-78D69930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E3ED98A-BCEB-9D79-749E-7A90519D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3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260117-6128-A4F1-7635-297A815B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4551CAB-FF6C-DB69-26CD-0A2D0A17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8A8F4AC-29DF-17B3-5C1A-62FE38192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5E9C208-4954-DB70-1864-31EEB523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A416A0A-8679-D2F8-2D99-4C106812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AEA9872-B320-7E02-384C-6791E919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817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92F80E-5B19-05F4-A5FC-CB8F4DFD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7567666-C842-5D2E-B513-7FF5C7CEB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8A70876-CF93-F19A-57D8-359C16D0D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189120E-947A-D0D4-B264-9D053585F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F149B72-0F27-70F5-ABDB-4ECE1ABA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DF4D98D-B72E-CBB6-2328-B48E282C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495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AF09F7-3CDB-D98D-C8F6-3289C4A6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A2A1E3F-0480-BE19-2F89-A805130B7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E463CA8-1321-226F-8B6F-19C18FFB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B50E8F-B4D8-B69B-7B8F-FBCB7CCB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F59C0A3-5BC3-5271-0717-4608CE8C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049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91DC50C-DAA0-2FD9-7EAC-B1C456862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D0C493C-28AD-02E1-9D03-E84403FCD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25926C-FA98-0EAB-E662-73879EC2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3A89500-AA3A-963B-D13D-347627B2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954667A-1CFF-F6AD-8D88-9A56D471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451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D3C9B230-C6A4-BD64-0472-E06573E5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7DA5F5-F136-34BE-21E2-E5CA73302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7DDA7AB-4B00-D617-008C-8A8CF1390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BFE92-56F0-428B-B617-3B70EAEAAB32}" type="datetimeFigureOut">
              <a:rPr lang="pl-PL" smtClean="0"/>
              <a:t>14.05.2026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CC1C480-F400-07DB-77BA-616285BE6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769888-6BCE-D854-A4D4-9312E94F3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1BD1B-D83E-4EEB-A271-2F791BA9E3C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22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32.png"/><Relationship Id="rId42" Type="http://schemas.openxmlformats.org/officeDocument/2006/relationships/image" Target="../media/image36.png"/><Relationship Id="rId7" Type="http://schemas.openxmlformats.org/officeDocument/2006/relationships/customXml" Target="../ink/ink3.xml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5.xml"/><Relationship Id="rId24" Type="http://schemas.openxmlformats.org/officeDocument/2006/relationships/image" Target="../media/image27.png"/><Relationship Id="rId32" Type="http://schemas.openxmlformats.org/officeDocument/2006/relationships/image" Target="../media/image31.png"/><Relationship Id="rId37" Type="http://schemas.openxmlformats.org/officeDocument/2006/relationships/customXml" Target="../ink/ink18.xml"/><Relationship Id="rId40" Type="http://schemas.openxmlformats.org/officeDocument/2006/relationships/image" Target="../media/image3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9.png"/><Relationship Id="rId36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37.png"/><Relationship Id="rId4" Type="http://schemas.openxmlformats.org/officeDocument/2006/relationships/image" Target="../media/image17.png"/><Relationship Id="rId9" Type="http://schemas.openxmlformats.org/officeDocument/2006/relationships/customXml" Target="../ink/ink4.xml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customXml" Target="../ink/ink13.xml"/><Relationship Id="rId30" Type="http://schemas.openxmlformats.org/officeDocument/2006/relationships/image" Target="../media/image30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8" Type="http://schemas.openxmlformats.org/officeDocument/2006/relationships/image" Target="../media/image19.png"/><Relationship Id="rId3" Type="http://schemas.openxmlformats.org/officeDocument/2006/relationships/customXml" Target="../ink/ink1.xml"/><Relationship Id="rId12" Type="http://schemas.openxmlformats.org/officeDocument/2006/relationships/image" Target="../media/image2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02B4A7-D402-3132-5D3C-876AF4CE8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Second </a:t>
            </a:r>
            <a:r>
              <a:rPr lang="pl-PL" dirty="0" err="1"/>
              <a:t>presentation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247248-3A49-D0D4-B581-6FECF40035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Marcel Siwiela</a:t>
            </a:r>
          </a:p>
        </p:txBody>
      </p:sp>
    </p:spTree>
    <p:extLst>
      <p:ext uri="{BB962C8B-B14F-4D97-AF65-F5344CB8AC3E}">
        <p14:creationId xmlns:p14="http://schemas.microsoft.com/office/powerpoint/2010/main" val="245457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B5E1A7-8570-CA06-92F3-40BC74AF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</a:t>
            </a:r>
            <a:r>
              <a:rPr lang="en-US" dirty="0"/>
              <a:t>he objective of the project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3E635C-0042-EEA0-A137-5A23FB24E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Reading data from </a:t>
            </a:r>
            <a:r>
              <a:rPr lang="pl-PL" dirty="0" err="1"/>
              <a:t>several</a:t>
            </a:r>
            <a:r>
              <a:rPr lang="pl-PL" dirty="0"/>
              <a:t> </a:t>
            </a:r>
            <a:r>
              <a:rPr lang="pl-PL" dirty="0" err="1"/>
              <a:t>sensors</a:t>
            </a:r>
            <a:r>
              <a:rPr lang="pl-PL" dirty="0"/>
              <a:t>:</a:t>
            </a:r>
          </a:p>
          <a:p>
            <a:pPr>
              <a:buFontTx/>
              <a:buChar char="-"/>
            </a:pPr>
            <a:r>
              <a:rPr lang="pl-PL" dirty="0" err="1"/>
              <a:t>Temperature</a:t>
            </a:r>
            <a:r>
              <a:rPr lang="pl-PL" dirty="0"/>
              <a:t> and </a:t>
            </a:r>
            <a:r>
              <a:rPr lang="pl-PL" dirty="0" err="1"/>
              <a:t>humidity</a:t>
            </a:r>
            <a:r>
              <a:rPr lang="pl-PL" dirty="0"/>
              <a:t> – DHT11</a:t>
            </a:r>
          </a:p>
          <a:p>
            <a:pPr>
              <a:buFontTx/>
              <a:buChar char="-"/>
            </a:pPr>
            <a:r>
              <a:rPr lang="pl-PL" dirty="0" err="1"/>
              <a:t>Light</a:t>
            </a:r>
            <a:r>
              <a:rPr lang="pl-PL" dirty="0"/>
              <a:t> </a:t>
            </a:r>
            <a:r>
              <a:rPr lang="pl-PL" dirty="0" err="1"/>
              <a:t>intensity</a:t>
            </a:r>
            <a:r>
              <a:rPr lang="pl-PL" dirty="0"/>
              <a:t> – BH1750</a:t>
            </a:r>
          </a:p>
          <a:p>
            <a:pPr>
              <a:buFontTx/>
              <a:buChar char="-"/>
            </a:pPr>
            <a:r>
              <a:rPr lang="pl-PL" dirty="0" err="1"/>
              <a:t>Pressure</a:t>
            </a:r>
            <a:r>
              <a:rPr lang="pl-PL" dirty="0"/>
              <a:t> – BMP280</a:t>
            </a:r>
          </a:p>
          <a:p>
            <a:pPr marL="0" indent="0">
              <a:buNone/>
            </a:pPr>
            <a:r>
              <a:rPr lang="pl-PL" dirty="0"/>
              <a:t>Data transfer of </a:t>
            </a:r>
            <a:r>
              <a:rPr lang="pl-PL" dirty="0" err="1"/>
              <a:t>measured</a:t>
            </a:r>
            <a:r>
              <a:rPr lang="pl-PL" dirty="0"/>
              <a:t> </a:t>
            </a:r>
            <a:r>
              <a:rPr lang="pl-PL" dirty="0" err="1"/>
              <a:t>values</a:t>
            </a:r>
            <a:r>
              <a:rPr lang="pl-PL" dirty="0"/>
              <a:t> in the </a:t>
            </a:r>
            <a:r>
              <a:rPr lang="pl-PL" dirty="0" err="1"/>
              <a:t>following</a:t>
            </a:r>
            <a:r>
              <a:rPr lang="pl-PL" dirty="0"/>
              <a:t> order:</a:t>
            </a:r>
          </a:p>
          <a:p>
            <a:pPr marL="0" indent="0" algn="ctr">
              <a:buNone/>
            </a:pPr>
            <a:r>
              <a:rPr lang="pl-PL" dirty="0"/>
              <a:t>NUCLEO-G071RB -&gt; ESP8266 ---(</a:t>
            </a:r>
            <a:r>
              <a:rPr lang="pl-PL" dirty="0" err="1"/>
              <a:t>WiFi</a:t>
            </a:r>
            <a:r>
              <a:rPr lang="pl-PL" dirty="0"/>
              <a:t>)---&gt; ESP8266 -&gt; </a:t>
            </a:r>
          </a:p>
          <a:p>
            <a:pPr marL="0" indent="0" algn="ctr">
              <a:buNone/>
            </a:pPr>
            <a:r>
              <a:rPr lang="pl-PL" dirty="0"/>
              <a:t>-&gt; NUCLEO-L476RG -&gt; DISPLAY</a:t>
            </a:r>
          </a:p>
        </p:txBody>
      </p:sp>
    </p:spTree>
    <p:extLst>
      <p:ext uri="{BB962C8B-B14F-4D97-AF65-F5344CB8AC3E}">
        <p14:creationId xmlns:p14="http://schemas.microsoft.com/office/powerpoint/2010/main" val="456436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22DE3E-BCDC-F9F2-6525-1EF5CF52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Assumptions</a:t>
            </a:r>
            <a:r>
              <a:rPr lang="pl-PL" dirty="0"/>
              <a:t> (</a:t>
            </a:r>
            <a:r>
              <a:rPr lang="pl-PL" dirty="0" err="1"/>
              <a:t>parameters</a:t>
            </a:r>
            <a:r>
              <a:rPr lang="pl-PL" dirty="0"/>
              <a:t>)</a:t>
            </a:r>
          </a:p>
        </p:txBody>
      </p:sp>
      <p:pic>
        <p:nvPicPr>
          <p:cNvPr id="4" name="Symbol zastępczy zawartości 4">
            <a:extLst>
              <a:ext uri="{FF2B5EF4-FFF2-40B4-BE49-F238E27FC236}">
                <a16:creationId xmlns:a16="http://schemas.microsoft.com/office/drawing/2014/main" id="{EB4EEB8C-4D70-C3E7-866B-82F347FF3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463" y="1828800"/>
            <a:ext cx="10107925" cy="438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1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07B3E-6778-7CE2-FA01-1FF573F9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</a:t>
            </a:r>
            <a:r>
              <a:rPr lang="en-US" dirty="0"/>
              <a:t> description of the components and subcomponents used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9145DF-7F89-A8D9-FA02-CED723329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NUCLEO-G071RB – sensor </a:t>
            </a:r>
            <a:r>
              <a:rPr lang="pl-PL" dirty="0" err="1"/>
              <a:t>based</a:t>
            </a:r>
            <a:r>
              <a:rPr lang="pl-PL" dirty="0"/>
              <a:t> </a:t>
            </a:r>
            <a:r>
              <a:rPr lang="pl-PL" dirty="0" err="1"/>
              <a:t>mcu</a:t>
            </a:r>
            <a:endParaRPr lang="pl-PL" dirty="0"/>
          </a:p>
          <a:p>
            <a:r>
              <a:rPr lang="pl-PL" dirty="0"/>
              <a:t>ESP8266 x2 (</a:t>
            </a:r>
            <a:r>
              <a:rPr lang="pl-PL" b="1" dirty="0" err="1"/>
              <a:t>WiFi</a:t>
            </a:r>
            <a:r>
              <a:rPr lang="pl-PL" dirty="0"/>
              <a:t>) – for </a:t>
            </a:r>
            <a:r>
              <a:rPr lang="pl-PL" dirty="0" err="1"/>
              <a:t>communication</a:t>
            </a:r>
            <a:r>
              <a:rPr lang="pl-PL" dirty="0"/>
              <a:t> via </a:t>
            </a:r>
            <a:r>
              <a:rPr lang="pl-PL" dirty="0" err="1"/>
              <a:t>WiFi</a:t>
            </a:r>
            <a:endParaRPr lang="pl-PL" dirty="0"/>
          </a:p>
          <a:p>
            <a:r>
              <a:rPr lang="pl-PL" dirty="0"/>
              <a:t>NUCLEO-L476RG – display unit</a:t>
            </a:r>
          </a:p>
          <a:p>
            <a:r>
              <a:rPr lang="pl-PL" dirty="0" err="1"/>
              <a:t>Waveshare</a:t>
            </a:r>
            <a:r>
              <a:rPr lang="pl-PL" dirty="0"/>
              <a:t> 4inch TFT </a:t>
            </a:r>
            <a:r>
              <a:rPr lang="pl-PL" dirty="0" err="1"/>
              <a:t>Touch</a:t>
            </a:r>
            <a:r>
              <a:rPr lang="pl-PL" dirty="0"/>
              <a:t> </a:t>
            </a:r>
            <a:r>
              <a:rPr lang="pl-PL" dirty="0" err="1"/>
              <a:t>Shield</a:t>
            </a:r>
            <a:r>
              <a:rPr lang="pl-PL" dirty="0"/>
              <a:t> – display </a:t>
            </a:r>
          </a:p>
          <a:p>
            <a:r>
              <a:rPr lang="pl-PL" dirty="0" err="1"/>
              <a:t>Temperature</a:t>
            </a:r>
            <a:r>
              <a:rPr lang="pl-PL" dirty="0"/>
              <a:t> and </a:t>
            </a:r>
            <a:r>
              <a:rPr lang="pl-PL" dirty="0" err="1"/>
              <a:t>humidity</a:t>
            </a:r>
            <a:r>
              <a:rPr lang="pl-PL" dirty="0"/>
              <a:t> – DHT11</a:t>
            </a:r>
          </a:p>
          <a:p>
            <a:r>
              <a:rPr lang="pl-PL" dirty="0" err="1"/>
              <a:t>Light</a:t>
            </a:r>
            <a:r>
              <a:rPr lang="pl-PL" dirty="0"/>
              <a:t> </a:t>
            </a:r>
            <a:r>
              <a:rPr lang="pl-PL" dirty="0" err="1"/>
              <a:t>intensity</a:t>
            </a:r>
            <a:r>
              <a:rPr lang="pl-PL" dirty="0"/>
              <a:t> x2 – BH1750</a:t>
            </a:r>
          </a:p>
          <a:p>
            <a:r>
              <a:rPr lang="pl-PL" dirty="0" err="1"/>
              <a:t>Pressure</a:t>
            </a:r>
            <a:r>
              <a:rPr lang="pl-PL" dirty="0"/>
              <a:t> – BMP280</a:t>
            </a:r>
          </a:p>
          <a:p>
            <a:r>
              <a:rPr lang="pl-PL" dirty="0" err="1"/>
              <a:t>Wires</a:t>
            </a:r>
            <a:r>
              <a:rPr lang="pl-PL" dirty="0"/>
              <a:t>, </a:t>
            </a:r>
            <a:r>
              <a:rPr lang="pl-PL" dirty="0" err="1"/>
              <a:t>breadboard</a:t>
            </a:r>
            <a:r>
              <a:rPr lang="pl-PL" dirty="0"/>
              <a:t> – for </a:t>
            </a:r>
            <a:r>
              <a:rPr lang="pl-PL" dirty="0" err="1"/>
              <a:t>connections</a:t>
            </a:r>
            <a:endParaRPr lang="pl-PL" dirty="0"/>
          </a:p>
          <a:p>
            <a:r>
              <a:rPr lang="pl-PL" dirty="0" err="1"/>
              <a:t>Buzzer</a:t>
            </a:r>
            <a:r>
              <a:rPr lang="pl-PL" dirty="0"/>
              <a:t> – alarm </a:t>
            </a:r>
            <a:r>
              <a:rPr lang="pl-PL" dirty="0" err="1"/>
              <a:t>when</a:t>
            </a:r>
            <a:r>
              <a:rPr lang="pl-PL" dirty="0"/>
              <a:t> </a:t>
            </a:r>
            <a:r>
              <a:rPr lang="pl-PL" dirty="0" err="1"/>
              <a:t>humidity</a:t>
            </a:r>
            <a:r>
              <a:rPr lang="pl-PL" dirty="0"/>
              <a:t> &gt;= 60%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465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E76D30-BEC6-C85F-9560-C155DE4D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Data </a:t>
            </a:r>
            <a:r>
              <a:rPr lang="pl-PL" dirty="0" err="1"/>
              <a:t>Flow</a:t>
            </a:r>
            <a:r>
              <a:rPr lang="pl-PL" dirty="0"/>
              <a:t> Diagram 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4B9E3ED-7C5C-88F2-E20B-DC6AF7D40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9120"/>
            <a:ext cx="10515600" cy="396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2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5BF881-72F6-0E36-A6B7-C80C01B2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sensor </a:t>
            </a:r>
            <a:r>
              <a:rPr lang="pl-PL" dirty="0" err="1"/>
              <a:t>base</a:t>
            </a:r>
            <a:r>
              <a:rPr lang="pl-PL" dirty="0"/>
              <a:t> </a:t>
            </a:r>
            <a:r>
              <a:rPr lang="pl-PL" dirty="0" err="1"/>
              <a:t>mcu</a:t>
            </a:r>
            <a:r>
              <a:rPr lang="pl-PL" dirty="0"/>
              <a:t> (G071RB)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20F9AD2A-2887-8F9F-3BCD-2B1700F4A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976" y="938264"/>
            <a:ext cx="5562600" cy="59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7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5320AC-7D27-5C21-8C2A-2FBE563A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14525"/>
            <a:ext cx="6172200" cy="1325563"/>
          </a:xfrm>
        </p:spPr>
        <p:txBody>
          <a:bodyPr>
            <a:normAutofit fontScale="90000"/>
          </a:bodyPr>
          <a:lstStyle/>
          <a:p>
            <a:r>
              <a:rPr lang="pl-PL" dirty="0" err="1"/>
              <a:t>Flowchart</a:t>
            </a:r>
            <a:r>
              <a:rPr lang="pl-PL" dirty="0"/>
              <a:t> – sensor </a:t>
            </a:r>
            <a:r>
              <a:rPr lang="pl-PL" dirty="0" err="1"/>
              <a:t>base</a:t>
            </a:r>
            <a:r>
              <a:rPr lang="pl-PL" dirty="0"/>
              <a:t> </a:t>
            </a:r>
            <a:r>
              <a:rPr lang="pl-PL" dirty="0" err="1"/>
              <a:t>mcu</a:t>
            </a:r>
            <a:r>
              <a:rPr lang="pl-PL" dirty="0"/>
              <a:t> (G071RB) – </a:t>
            </a:r>
            <a:r>
              <a:rPr lang="pl-PL" dirty="0" err="1"/>
              <a:t>read</a:t>
            </a:r>
            <a:r>
              <a:rPr lang="pl-PL" dirty="0"/>
              <a:t> </a:t>
            </a:r>
            <a:r>
              <a:rPr lang="pl-PL" dirty="0" err="1"/>
              <a:t>sensors</a:t>
            </a:r>
            <a:r>
              <a:rPr lang="pl-PL" dirty="0"/>
              <a:t> data and </a:t>
            </a:r>
            <a:r>
              <a:rPr lang="pl-PL" dirty="0" err="1"/>
              <a:t>transmit</a:t>
            </a:r>
            <a:r>
              <a:rPr lang="pl-PL" dirty="0"/>
              <a:t> data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BA23009-9051-4F5C-CFFD-BA17A55D4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0" y="-15961"/>
            <a:ext cx="4953000" cy="668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7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8EE33E-99DD-5CBC-3472-A913E4F9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ESP8266 </a:t>
            </a:r>
            <a:r>
              <a:rPr lang="pl-PL" dirty="0" err="1"/>
              <a:t>Tx</a:t>
            </a:r>
            <a:endParaRPr lang="pl-PL" dirty="0"/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01B1BE32-9523-6699-7671-FA4A5D2BA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895" y="0"/>
            <a:ext cx="5291980" cy="684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7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A40F41-2C51-6ED5-2C2E-FC3457403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ESP8266 </a:t>
            </a:r>
            <a:r>
              <a:rPr lang="pl-PL" dirty="0" err="1"/>
              <a:t>Rx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3B8319-534D-B6D8-D3D3-F5F9B954F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21DD14B-EFF6-25FD-2620-A8F40360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492" y="1578805"/>
            <a:ext cx="4892492" cy="466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76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96BE77-9331-EF33-10AC-922E28B2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ESP8266 </a:t>
            </a:r>
            <a:r>
              <a:rPr lang="pl-PL" dirty="0" err="1"/>
              <a:t>Rx</a:t>
            </a:r>
            <a:r>
              <a:rPr lang="pl-PL" dirty="0"/>
              <a:t> – </a:t>
            </a:r>
            <a:r>
              <a:rPr lang="pl-PL" dirty="0" err="1"/>
              <a:t>handleData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C47F0A0-150B-F8E3-F244-336DC2D63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518" y="2561703"/>
            <a:ext cx="997406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1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A49336-E243-550C-2FBD-737A60E8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NUCLEO-L476RG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D569898-1F26-8593-4E4C-D83000154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76" y="1378404"/>
            <a:ext cx="5029200" cy="551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0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E10FA2-ABEF-98A8-7035-6C09F8E5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NUCLEO-L476RG UART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2110A5-607D-C8ED-9B62-6185605F0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786F85E-D618-C322-4DCA-8456FD6BE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81" y="2519243"/>
            <a:ext cx="10138521" cy="316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7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0A6A33-F094-A9C7-53D8-C7F4FB3E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5" y="18255"/>
            <a:ext cx="12064347" cy="1325563"/>
          </a:xfrm>
        </p:spPr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NUCLEO-L476RG </a:t>
            </a:r>
            <a:r>
              <a:rPr lang="pl-PL" dirty="0" err="1"/>
              <a:t>analyze_mess</a:t>
            </a:r>
            <a:r>
              <a:rPr lang="pl-PL" dirty="0"/>
              <a:t>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632D37-9426-BD6C-88ED-ECE6C19E5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509FB3D-9A32-8D2C-A508-800294FAA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61" y="1152908"/>
            <a:ext cx="8059275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1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87015-C219-CF93-2A76-3A103529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NUCLEO-L476RG </a:t>
            </a:r>
            <a:r>
              <a:rPr lang="pl-PL" dirty="0" err="1"/>
              <a:t>gui</a:t>
            </a:r>
            <a:r>
              <a:rPr lang="pl-PL" dirty="0"/>
              <a:t> </a:t>
            </a:r>
            <a:r>
              <a:rPr lang="pl-PL" dirty="0" err="1"/>
              <a:t>funcs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E45C97-8AAC-23FC-5670-8E67897F9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CEAB1B1-D2DE-BB49-C1E3-1915A684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51" y="2124036"/>
            <a:ext cx="9116697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5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9DE9D3-EF50-16AE-2F75-3A9F695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l-PL" dirty="0" err="1"/>
              <a:t>Flowchart</a:t>
            </a:r>
            <a:r>
              <a:rPr lang="pl-PL" dirty="0"/>
              <a:t> – NUCLEO-L476RG alarm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FE0E4F-C04F-7CF3-DED9-70AE6BCA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D8DA7C3-447E-7E3D-BFEF-E657F7350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18" y="1528242"/>
            <a:ext cx="7458831" cy="494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27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943337-9E07-BE14-8ED0-7E610237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uC</a:t>
            </a:r>
            <a:r>
              <a:rPr lang="pl-PL" dirty="0"/>
              <a:t> </a:t>
            </a:r>
            <a:r>
              <a:rPr lang="pl-PL" dirty="0" err="1"/>
              <a:t>peripherals</a:t>
            </a:r>
            <a:r>
              <a:rPr lang="pl-PL" dirty="0"/>
              <a:t> </a:t>
            </a:r>
            <a:r>
              <a:rPr lang="pl-PL" dirty="0" err="1"/>
              <a:t>used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F73C9A-BDEC-0B38-4360-E26928823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1875"/>
          </a:xfrm>
        </p:spPr>
        <p:txBody>
          <a:bodyPr>
            <a:normAutofit/>
          </a:bodyPr>
          <a:lstStyle/>
          <a:p>
            <a:r>
              <a:rPr lang="pl-PL" dirty="0"/>
              <a:t>UART – </a:t>
            </a:r>
            <a:r>
              <a:rPr lang="pl-PL" dirty="0" err="1"/>
              <a:t>communication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stm</a:t>
            </a:r>
            <a:r>
              <a:rPr lang="pl-PL" dirty="0"/>
              <a:t> and </a:t>
            </a:r>
            <a:r>
              <a:rPr lang="pl-PL" dirty="0" err="1"/>
              <a:t>esp</a:t>
            </a:r>
            <a:endParaRPr lang="pl-PL" dirty="0"/>
          </a:p>
          <a:p>
            <a:r>
              <a:rPr lang="pl-PL" dirty="0"/>
              <a:t>I2C – </a:t>
            </a:r>
            <a:r>
              <a:rPr lang="pl-PL" dirty="0" err="1"/>
              <a:t>comm</a:t>
            </a:r>
            <a:r>
              <a:rPr lang="pl-PL" dirty="0"/>
              <a:t>. With </a:t>
            </a:r>
            <a:r>
              <a:rPr lang="pl-PL" dirty="0" err="1"/>
              <a:t>sensors</a:t>
            </a:r>
            <a:endParaRPr lang="pl-PL" dirty="0"/>
          </a:p>
          <a:p>
            <a:r>
              <a:rPr lang="pl-PL" dirty="0"/>
              <a:t>USB – </a:t>
            </a:r>
            <a:r>
              <a:rPr lang="pl-PL" dirty="0" err="1"/>
              <a:t>debbuging</a:t>
            </a:r>
            <a:r>
              <a:rPr lang="pl-PL" dirty="0"/>
              <a:t>,</a:t>
            </a:r>
          </a:p>
          <a:p>
            <a:r>
              <a:rPr lang="pl-PL" dirty="0"/>
              <a:t>GPIO - for </a:t>
            </a:r>
            <a:r>
              <a:rPr lang="pl-PL" dirty="0" err="1"/>
              <a:t>buzzer</a:t>
            </a:r>
            <a:endParaRPr lang="pl-PL" dirty="0"/>
          </a:p>
          <a:p>
            <a:r>
              <a:rPr lang="pl-PL" dirty="0" err="1"/>
              <a:t>Timers</a:t>
            </a:r>
            <a:r>
              <a:rPr lang="pl-PL" dirty="0"/>
              <a:t> – for </a:t>
            </a:r>
            <a:r>
              <a:rPr lang="pl-PL" dirty="0" err="1"/>
              <a:t>delays</a:t>
            </a:r>
            <a:r>
              <a:rPr lang="pl-PL" dirty="0"/>
              <a:t>, </a:t>
            </a:r>
            <a:r>
              <a:rPr lang="pl-PL" dirty="0" err="1"/>
              <a:t>debbuging</a:t>
            </a:r>
            <a:endParaRPr lang="pl-PL" dirty="0"/>
          </a:p>
          <a:p>
            <a:r>
              <a:rPr lang="pl-PL" dirty="0" err="1"/>
              <a:t>Systick</a:t>
            </a:r>
            <a:r>
              <a:rPr lang="pl-PL" dirty="0"/>
              <a:t>  - </a:t>
            </a:r>
            <a:r>
              <a:rPr lang="pl-PL" dirty="0" err="1"/>
              <a:t>blink</a:t>
            </a:r>
            <a:endParaRPr lang="pl-PL" dirty="0"/>
          </a:p>
          <a:p>
            <a:r>
              <a:rPr lang="pl-PL" dirty="0"/>
              <a:t>SPI – display</a:t>
            </a:r>
          </a:p>
          <a:p>
            <a:r>
              <a:rPr lang="pl-PL" dirty="0" err="1"/>
              <a:t>Interrupts</a:t>
            </a:r>
            <a:r>
              <a:rPr lang="pl-PL" dirty="0"/>
              <a:t> – </a:t>
            </a:r>
            <a:r>
              <a:rPr lang="pl-PL" dirty="0" err="1"/>
              <a:t>waiting</a:t>
            </a:r>
            <a:r>
              <a:rPr lang="pl-PL" dirty="0"/>
              <a:t> for UART </a:t>
            </a:r>
            <a:r>
              <a:rPr lang="pl-PL" dirty="0" err="1"/>
              <a:t>message</a:t>
            </a:r>
            <a:endParaRPr lang="pl-PL" dirty="0"/>
          </a:p>
          <a:p>
            <a:r>
              <a:rPr lang="pl-PL" dirty="0" err="1"/>
              <a:t>WiFi</a:t>
            </a:r>
            <a:r>
              <a:rPr lang="pl-PL" dirty="0"/>
              <a:t> – </a:t>
            </a:r>
            <a:r>
              <a:rPr lang="pl-PL" dirty="0" err="1"/>
              <a:t>esp</a:t>
            </a:r>
            <a:r>
              <a:rPr lang="pl-PL" dirty="0"/>
              <a:t> </a:t>
            </a:r>
            <a:r>
              <a:rPr lang="pl-PL" dirty="0" err="1"/>
              <a:t>communication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264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AAE531-E666-C3AF-FBEC-4ABE20A0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</a:t>
            </a:r>
            <a:r>
              <a:rPr lang="en-US" dirty="0"/>
              <a:t> description of the final result of the project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11A4F6-D5BE-20F2-107C-314067678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has been achieved:</a:t>
            </a:r>
          </a:p>
          <a:p>
            <a:pPr marL="0" indent="0">
              <a:buNone/>
            </a:pPr>
            <a:r>
              <a:rPr lang="en-US" dirty="0"/>
              <a:t>1. A simple program was created to display data collected from sensors</a:t>
            </a:r>
          </a:p>
          <a:p>
            <a:pPr marL="0" indent="0">
              <a:buNone/>
            </a:pPr>
            <a:r>
              <a:rPr lang="en-US" dirty="0"/>
              <a:t>2. Sensor readings were implemented on the NUCLEO-G071RB</a:t>
            </a:r>
          </a:p>
          <a:p>
            <a:pPr marL="0" indent="0">
              <a:buNone/>
            </a:pPr>
            <a:r>
              <a:rPr lang="en-US" dirty="0"/>
              <a:t>3. A buzzer was implemented based on humidity levels</a:t>
            </a:r>
            <a:endParaRPr lang="pl-PL" dirty="0"/>
          </a:p>
          <a:p>
            <a:pPr marL="0" indent="0">
              <a:buNone/>
            </a:pPr>
            <a:r>
              <a:rPr lang="en-US" dirty="0"/>
              <a:t>4. The </a:t>
            </a:r>
            <a:r>
              <a:rPr lang="en-US" dirty="0" err="1"/>
              <a:t>WiFi</a:t>
            </a:r>
            <a:r>
              <a:rPr lang="en-US" dirty="0"/>
              <a:t> module was implemented</a:t>
            </a:r>
            <a:endParaRPr lang="pl-PL" dirty="0"/>
          </a:p>
          <a:p>
            <a:pPr marL="0" indent="0">
              <a:buNone/>
            </a:pPr>
            <a:r>
              <a:rPr lang="en-US" dirty="0"/>
              <a:t>5. The project was successfully completed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Issue detected: At random intervals, the temperature and humidity readings show zero. The cause of this issue has not been determined. The problem disappears after resetting the microcontroller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90947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064E18-762A-0995-1960-339A9588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Sensor </a:t>
            </a:r>
            <a:r>
              <a:rPr lang="pl-PL" dirty="0" err="1"/>
              <a:t>circuit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71E311C-8992-4364-F837-02FF1079D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99" y="1825625"/>
            <a:ext cx="77290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94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958B94-39F5-9237-D811-05765118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Display unit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E3264ED-2811-918C-9398-B3F5D77ED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6331" y="1853119"/>
            <a:ext cx="3520401" cy="625306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BC5ADA7-8E63-013B-F7CE-6B3935334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749876" y="-1200150"/>
            <a:ext cx="3860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67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24F7C3-6789-DA78-1B2E-35406AC4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the assumptions with the results obtained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5CC875-D8CC-D736-0F9D-7ED8491DF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174073A-ED2F-18A4-844C-271E2B89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88" y="1643527"/>
            <a:ext cx="10726647" cy="47155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B292C569-5C46-A27A-34E7-F525869F9225}"/>
                  </a:ext>
                </a:extLst>
              </p14:cNvPr>
              <p14:cNvContentPartPr/>
              <p14:nvPr/>
            </p14:nvContentPartPr>
            <p14:xfrm>
              <a:off x="10798848" y="1922976"/>
              <a:ext cx="516960" cy="476640"/>
            </p14:xfrm>
          </p:contentPart>
        </mc:Choice>
        <mc:Fallback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B292C569-5C46-A27A-34E7-F525869F92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80848" y="1904976"/>
                <a:ext cx="55260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Pismo odręczne 8">
                <a:extLst>
                  <a:ext uri="{FF2B5EF4-FFF2-40B4-BE49-F238E27FC236}">
                    <a16:creationId xmlns:a16="http://schemas.microsoft.com/office/drawing/2014/main" id="{B60AEFF4-512B-0F67-5162-39F2CE12A193}"/>
                  </a:ext>
                </a:extLst>
              </p14:cNvPr>
              <p14:cNvContentPartPr/>
              <p14:nvPr/>
            </p14:nvContentPartPr>
            <p14:xfrm>
              <a:off x="3812688" y="2715336"/>
              <a:ext cx="1005840" cy="612360"/>
            </p14:xfrm>
          </p:contentPart>
        </mc:Choice>
        <mc:Fallback>
          <p:pic>
            <p:nvPicPr>
              <p:cNvPr id="9" name="Pismo odręczne 8">
                <a:extLst>
                  <a:ext uri="{FF2B5EF4-FFF2-40B4-BE49-F238E27FC236}">
                    <a16:creationId xmlns:a16="http://schemas.microsoft.com/office/drawing/2014/main" id="{B60AEFF4-512B-0F67-5162-39F2CE12A1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5048" y="2697336"/>
                <a:ext cx="104148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Pismo odręczne 9">
                <a:extLst>
                  <a:ext uri="{FF2B5EF4-FFF2-40B4-BE49-F238E27FC236}">
                    <a16:creationId xmlns:a16="http://schemas.microsoft.com/office/drawing/2014/main" id="{5BF61484-882A-0354-AB47-E76FE316E327}"/>
                  </a:ext>
                </a:extLst>
              </p14:cNvPr>
              <p14:cNvContentPartPr/>
              <p14:nvPr/>
            </p14:nvContentPartPr>
            <p14:xfrm>
              <a:off x="5614128" y="3620736"/>
              <a:ext cx="578160" cy="293760"/>
            </p14:xfrm>
          </p:contentPart>
        </mc:Choice>
        <mc:Fallback>
          <p:pic>
            <p:nvPicPr>
              <p:cNvPr id="10" name="Pismo odręczne 9">
                <a:extLst>
                  <a:ext uri="{FF2B5EF4-FFF2-40B4-BE49-F238E27FC236}">
                    <a16:creationId xmlns:a16="http://schemas.microsoft.com/office/drawing/2014/main" id="{5BF61484-882A-0354-AB47-E76FE316E3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96128" y="3602736"/>
                <a:ext cx="6138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B04AF098-C3F5-9A0A-930A-15CEDE32C44C}"/>
                  </a:ext>
                </a:extLst>
              </p14:cNvPr>
              <p14:cNvContentPartPr/>
              <p14:nvPr/>
            </p14:nvContentPartPr>
            <p14:xfrm>
              <a:off x="4370688" y="3986856"/>
              <a:ext cx="385200" cy="203040"/>
            </p14:xfrm>
          </p:contentPart>
        </mc:Choice>
        <mc:Fallback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B04AF098-C3F5-9A0A-930A-15CEDE32C4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52688" y="3968856"/>
                <a:ext cx="4208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Pismo odręczne 11">
                <a:extLst>
                  <a:ext uri="{FF2B5EF4-FFF2-40B4-BE49-F238E27FC236}">
                    <a16:creationId xmlns:a16="http://schemas.microsoft.com/office/drawing/2014/main" id="{7AAE3D15-230B-EEB5-2B78-D19E62EDD9A9}"/>
                  </a:ext>
                </a:extLst>
              </p14:cNvPr>
              <p14:cNvContentPartPr/>
              <p14:nvPr/>
            </p14:nvContentPartPr>
            <p14:xfrm>
              <a:off x="7406208" y="4113216"/>
              <a:ext cx="514080" cy="417600"/>
            </p14:xfrm>
          </p:contentPart>
        </mc:Choice>
        <mc:Fallback>
          <p:pic>
            <p:nvPicPr>
              <p:cNvPr id="12" name="Pismo odręczne 11">
                <a:extLst>
                  <a:ext uri="{FF2B5EF4-FFF2-40B4-BE49-F238E27FC236}">
                    <a16:creationId xmlns:a16="http://schemas.microsoft.com/office/drawing/2014/main" id="{7AAE3D15-230B-EEB5-2B78-D19E62EDD9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88568" y="4095576"/>
                <a:ext cx="54972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78BDE1C9-17DF-830E-7933-A3783947634B}"/>
                  </a:ext>
                </a:extLst>
              </p14:cNvPr>
              <p14:cNvContentPartPr/>
              <p14:nvPr/>
            </p14:nvContentPartPr>
            <p14:xfrm>
              <a:off x="3995568" y="5219136"/>
              <a:ext cx="639720" cy="150840"/>
            </p14:xfrm>
          </p:contentPart>
        </mc:Choice>
        <mc:Fallback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78BDE1C9-17DF-830E-7933-A378394763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77928" y="5201496"/>
                <a:ext cx="67536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a 34">
            <a:extLst>
              <a:ext uri="{FF2B5EF4-FFF2-40B4-BE49-F238E27FC236}">
                <a16:creationId xmlns:a16="http://schemas.microsoft.com/office/drawing/2014/main" id="{34E32487-45FA-AD2D-1CBE-8A187C05121D}"/>
              </a:ext>
            </a:extLst>
          </p:cNvPr>
          <p:cNvGrpSpPr/>
          <p:nvPr/>
        </p:nvGrpSpPr>
        <p:grpSpPr>
          <a:xfrm>
            <a:off x="3120768" y="5394816"/>
            <a:ext cx="3044160" cy="769680"/>
            <a:chOff x="3120768" y="5394816"/>
            <a:chExt cx="304416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Pismo odręczne 13">
                  <a:extLst>
                    <a:ext uri="{FF2B5EF4-FFF2-40B4-BE49-F238E27FC236}">
                      <a16:creationId xmlns:a16="http://schemas.microsoft.com/office/drawing/2014/main" id="{BD279F84-6347-DFF4-B27E-489C0541C945}"/>
                    </a:ext>
                  </a:extLst>
                </p14:cNvPr>
                <p14:cNvContentPartPr/>
                <p14:nvPr/>
              </p14:nvContentPartPr>
              <p14:xfrm>
                <a:off x="3811968" y="5467896"/>
                <a:ext cx="237960" cy="216720"/>
              </p14:xfrm>
            </p:contentPart>
          </mc:Choice>
          <mc:Fallback>
            <p:pic>
              <p:nvPicPr>
                <p:cNvPr id="14" name="Pismo odręczne 13">
                  <a:extLst>
                    <a:ext uri="{FF2B5EF4-FFF2-40B4-BE49-F238E27FC236}">
                      <a16:creationId xmlns:a16="http://schemas.microsoft.com/office/drawing/2014/main" id="{BD279F84-6347-DFF4-B27E-489C0541C94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93968" y="5450256"/>
                  <a:ext cx="273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Pismo odręczne 14">
                  <a:extLst>
                    <a:ext uri="{FF2B5EF4-FFF2-40B4-BE49-F238E27FC236}">
                      <a16:creationId xmlns:a16="http://schemas.microsoft.com/office/drawing/2014/main" id="{165EDECC-A1A1-9AE0-3079-5B1BAA3EC6B5}"/>
                    </a:ext>
                  </a:extLst>
                </p14:cNvPr>
                <p14:cNvContentPartPr/>
                <p14:nvPr/>
              </p14:nvContentPartPr>
              <p14:xfrm>
                <a:off x="4297968" y="5541336"/>
                <a:ext cx="118440" cy="231120"/>
              </p14:xfrm>
            </p:contentPart>
          </mc:Choice>
          <mc:Fallback>
            <p:pic>
              <p:nvPicPr>
                <p:cNvPr id="15" name="Pismo odręczne 14">
                  <a:extLst>
                    <a:ext uri="{FF2B5EF4-FFF2-40B4-BE49-F238E27FC236}">
                      <a16:creationId xmlns:a16="http://schemas.microsoft.com/office/drawing/2014/main" id="{165EDECC-A1A1-9AE0-3079-5B1BAA3EC6B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80328" y="5523336"/>
                  <a:ext cx="1540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Pismo odręczne 16">
                  <a:extLst>
                    <a:ext uri="{FF2B5EF4-FFF2-40B4-BE49-F238E27FC236}">
                      <a16:creationId xmlns:a16="http://schemas.microsoft.com/office/drawing/2014/main" id="{226EC446-7562-C0B7-B181-CDDF5227C106}"/>
                    </a:ext>
                  </a:extLst>
                </p14:cNvPr>
                <p14:cNvContentPartPr/>
                <p14:nvPr/>
              </p14:nvContentPartPr>
              <p14:xfrm>
                <a:off x="4579488" y="5580576"/>
                <a:ext cx="112320" cy="227160"/>
              </p14:xfrm>
            </p:contentPart>
          </mc:Choice>
          <mc:Fallback>
            <p:pic>
              <p:nvPicPr>
                <p:cNvPr id="17" name="Pismo odręczne 16">
                  <a:extLst>
                    <a:ext uri="{FF2B5EF4-FFF2-40B4-BE49-F238E27FC236}">
                      <a16:creationId xmlns:a16="http://schemas.microsoft.com/office/drawing/2014/main" id="{226EC446-7562-C0B7-B181-CDDF5227C1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1848" y="5562576"/>
                  <a:ext cx="147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Pismo odręczne 17">
                  <a:extLst>
                    <a:ext uri="{FF2B5EF4-FFF2-40B4-BE49-F238E27FC236}">
                      <a16:creationId xmlns:a16="http://schemas.microsoft.com/office/drawing/2014/main" id="{04182127-68BA-6180-7253-D2B1D4CFC7DE}"/>
                    </a:ext>
                  </a:extLst>
                </p14:cNvPr>
                <p14:cNvContentPartPr/>
                <p14:nvPr/>
              </p14:nvContentPartPr>
              <p14:xfrm>
                <a:off x="4800528" y="5586696"/>
                <a:ext cx="360" cy="183240"/>
              </p14:xfrm>
            </p:contentPart>
          </mc:Choice>
          <mc:Fallback>
            <p:pic>
              <p:nvPicPr>
                <p:cNvPr id="18" name="Pismo odręczne 17">
                  <a:extLst>
                    <a:ext uri="{FF2B5EF4-FFF2-40B4-BE49-F238E27FC236}">
                      <a16:creationId xmlns:a16="http://schemas.microsoft.com/office/drawing/2014/main" id="{04182127-68BA-6180-7253-D2B1D4CFC7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82888" y="5569056"/>
                  <a:ext cx="36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Pismo odręczne 18">
                  <a:extLst>
                    <a:ext uri="{FF2B5EF4-FFF2-40B4-BE49-F238E27FC236}">
                      <a16:creationId xmlns:a16="http://schemas.microsoft.com/office/drawing/2014/main" id="{9F9EEFE6-FF39-45A0-9021-32F9A9EAA95C}"/>
                    </a:ext>
                  </a:extLst>
                </p14:cNvPr>
                <p14:cNvContentPartPr/>
                <p14:nvPr/>
              </p14:nvContentPartPr>
              <p14:xfrm>
                <a:off x="4846248" y="5394816"/>
                <a:ext cx="360" cy="360"/>
              </p14:xfrm>
            </p:contentPart>
          </mc:Choice>
          <mc:Fallback>
            <p:pic>
              <p:nvPicPr>
                <p:cNvPr id="19" name="Pismo odręczne 18">
                  <a:extLst>
                    <a:ext uri="{FF2B5EF4-FFF2-40B4-BE49-F238E27FC236}">
                      <a16:creationId xmlns:a16="http://schemas.microsoft.com/office/drawing/2014/main" id="{9F9EEFE6-FF39-45A0-9021-32F9A9EAA95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28248" y="537681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Pismo odręczne 20">
                  <a:extLst>
                    <a:ext uri="{FF2B5EF4-FFF2-40B4-BE49-F238E27FC236}">
                      <a16:creationId xmlns:a16="http://schemas.microsoft.com/office/drawing/2014/main" id="{F039513E-B016-3818-B494-6B6C81FF59A0}"/>
                    </a:ext>
                  </a:extLst>
                </p14:cNvPr>
                <p14:cNvContentPartPr/>
                <p14:nvPr/>
              </p14:nvContentPartPr>
              <p14:xfrm>
                <a:off x="4598928" y="5541696"/>
                <a:ext cx="86400" cy="91080"/>
              </p14:xfrm>
            </p:contentPart>
          </mc:Choice>
          <mc:Fallback>
            <p:pic>
              <p:nvPicPr>
                <p:cNvPr id="21" name="Pismo odręczne 20">
                  <a:extLst>
                    <a:ext uri="{FF2B5EF4-FFF2-40B4-BE49-F238E27FC236}">
                      <a16:creationId xmlns:a16="http://schemas.microsoft.com/office/drawing/2014/main" id="{F039513E-B016-3818-B494-6B6C81FF59A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80928" y="5524056"/>
                  <a:ext cx="122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Pismo odręczne 21">
                  <a:extLst>
                    <a:ext uri="{FF2B5EF4-FFF2-40B4-BE49-F238E27FC236}">
                      <a16:creationId xmlns:a16="http://schemas.microsoft.com/office/drawing/2014/main" id="{E4420FB0-70E4-6E52-26CD-95850E023BEA}"/>
                    </a:ext>
                  </a:extLst>
                </p14:cNvPr>
                <p14:cNvContentPartPr/>
                <p14:nvPr/>
              </p14:nvContentPartPr>
              <p14:xfrm>
                <a:off x="4945968" y="5467896"/>
                <a:ext cx="120240" cy="312120"/>
              </p14:xfrm>
            </p:contentPart>
          </mc:Choice>
          <mc:Fallback>
            <p:pic>
              <p:nvPicPr>
                <p:cNvPr id="22" name="Pismo odręczne 21">
                  <a:extLst>
                    <a:ext uri="{FF2B5EF4-FFF2-40B4-BE49-F238E27FC236}">
                      <a16:creationId xmlns:a16="http://schemas.microsoft.com/office/drawing/2014/main" id="{E4420FB0-70E4-6E52-26CD-95850E023BE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27968" y="5450256"/>
                  <a:ext cx="155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Pismo odręczne 23">
                  <a:extLst>
                    <a:ext uri="{FF2B5EF4-FFF2-40B4-BE49-F238E27FC236}">
                      <a16:creationId xmlns:a16="http://schemas.microsoft.com/office/drawing/2014/main" id="{7DF91DB0-56B8-64D6-BFAC-C479399A0194}"/>
                    </a:ext>
                  </a:extLst>
                </p14:cNvPr>
                <p14:cNvContentPartPr/>
                <p14:nvPr/>
              </p14:nvContentPartPr>
              <p14:xfrm>
                <a:off x="4909968" y="5532336"/>
                <a:ext cx="182520" cy="54720"/>
              </p14:xfrm>
            </p:contentPart>
          </mc:Choice>
          <mc:Fallback>
            <p:pic>
              <p:nvPicPr>
                <p:cNvPr id="24" name="Pismo odręczne 23">
                  <a:extLst>
                    <a:ext uri="{FF2B5EF4-FFF2-40B4-BE49-F238E27FC236}">
                      <a16:creationId xmlns:a16="http://schemas.microsoft.com/office/drawing/2014/main" id="{7DF91DB0-56B8-64D6-BFAC-C479399A019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92328" y="5514696"/>
                  <a:ext cx="218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Pismo odręczne 25">
                  <a:extLst>
                    <a:ext uri="{FF2B5EF4-FFF2-40B4-BE49-F238E27FC236}">
                      <a16:creationId xmlns:a16="http://schemas.microsoft.com/office/drawing/2014/main" id="{5C810539-8D34-9751-CAB2-12C1C2DA18D4}"/>
                    </a:ext>
                  </a:extLst>
                </p14:cNvPr>
                <p14:cNvContentPartPr/>
                <p14:nvPr/>
              </p14:nvContentPartPr>
              <p14:xfrm>
                <a:off x="5147928" y="5423256"/>
                <a:ext cx="107280" cy="356040"/>
              </p14:xfrm>
            </p:contentPart>
          </mc:Choice>
          <mc:Fallback>
            <p:pic>
              <p:nvPicPr>
                <p:cNvPr id="26" name="Pismo odręczne 25">
                  <a:extLst>
                    <a:ext uri="{FF2B5EF4-FFF2-40B4-BE49-F238E27FC236}">
                      <a16:creationId xmlns:a16="http://schemas.microsoft.com/office/drawing/2014/main" id="{5C810539-8D34-9751-CAB2-12C1C2DA18D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29928" y="5405256"/>
                  <a:ext cx="1429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E96EBCC3-067B-74D0-0693-BBCB5554C165}"/>
                    </a:ext>
                  </a:extLst>
                </p14:cNvPr>
                <p14:cNvContentPartPr/>
                <p14:nvPr/>
              </p14:nvContentPartPr>
              <p14:xfrm>
                <a:off x="5193648" y="5639976"/>
                <a:ext cx="147960" cy="165600"/>
              </p14:xfrm>
            </p:contentPart>
          </mc:Choice>
          <mc:Fallback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E96EBCC3-067B-74D0-0693-BBCB5554C16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175648" y="5622336"/>
                  <a:ext cx="183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A9A6958D-E787-308C-53B0-59A3DDC9D338}"/>
                    </a:ext>
                  </a:extLst>
                </p14:cNvPr>
                <p14:cNvContentPartPr/>
                <p14:nvPr/>
              </p14:nvContentPartPr>
              <p14:xfrm>
                <a:off x="5422248" y="5633496"/>
                <a:ext cx="200880" cy="192600"/>
              </p14:xfrm>
            </p:contentPart>
          </mc:Choice>
          <mc:Fallback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A9A6958D-E787-308C-53B0-59A3DDC9D3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04608" y="5615856"/>
                  <a:ext cx="236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Pismo odręczne 28">
                  <a:extLst>
                    <a:ext uri="{FF2B5EF4-FFF2-40B4-BE49-F238E27FC236}">
                      <a16:creationId xmlns:a16="http://schemas.microsoft.com/office/drawing/2014/main" id="{F8BF3F04-CC2C-16C1-E045-B318C331C428}"/>
                    </a:ext>
                  </a:extLst>
                </p14:cNvPr>
                <p14:cNvContentPartPr/>
                <p14:nvPr/>
              </p14:nvContentPartPr>
              <p14:xfrm>
                <a:off x="5724648" y="5468256"/>
                <a:ext cx="111960" cy="366120"/>
              </p14:xfrm>
            </p:contentPart>
          </mc:Choice>
          <mc:Fallback>
            <p:pic>
              <p:nvPicPr>
                <p:cNvPr id="29" name="Pismo odręczne 28">
                  <a:extLst>
                    <a:ext uri="{FF2B5EF4-FFF2-40B4-BE49-F238E27FC236}">
                      <a16:creationId xmlns:a16="http://schemas.microsoft.com/office/drawing/2014/main" id="{F8BF3F04-CC2C-16C1-E045-B318C331C4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07008" y="5450256"/>
                  <a:ext cx="1476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Pismo odręczne 29">
                  <a:extLst>
                    <a:ext uri="{FF2B5EF4-FFF2-40B4-BE49-F238E27FC236}">
                      <a16:creationId xmlns:a16="http://schemas.microsoft.com/office/drawing/2014/main" id="{AF9771C7-6361-D7F0-CE59-BB9D09A477DB}"/>
                    </a:ext>
                  </a:extLst>
                </p14:cNvPr>
                <p14:cNvContentPartPr/>
                <p14:nvPr/>
              </p14:nvContentPartPr>
              <p14:xfrm>
                <a:off x="6012648" y="5504616"/>
                <a:ext cx="152280" cy="455400"/>
              </p14:xfrm>
            </p:contentPart>
          </mc:Choice>
          <mc:Fallback>
            <p:pic>
              <p:nvPicPr>
                <p:cNvPr id="30" name="Pismo odręczne 29">
                  <a:extLst>
                    <a:ext uri="{FF2B5EF4-FFF2-40B4-BE49-F238E27FC236}">
                      <a16:creationId xmlns:a16="http://schemas.microsoft.com/office/drawing/2014/main" id="{AF9771C7-6361-D7F0-CE59-BB9D09A477D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94648" y="5486616"/>
                  <a:ext cx="1879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88FAD163-5BD3-AE8E-76B5-87F4061DA287}"/>
                    </a:ext>
                  </a:extLst>
                </p14:cNvPr>
                <p14:cNvContentPartPr/>
                <p14:nvPr/>
              </p14:nvContentPartPr>
              <p14:xfrm>
                <a:off x="3505248" y="5786856"/>
                <a:ext cx="682920" cy="129600"/>
              </p14:xfrm>
            </p:contentPart>
          </mc:Choice>
          <mc:Fallback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88FAD163-5BD3-AE8E-76B5-87F4061DA2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87608" y="5769216"/>
                  <a:ext cx="718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47D21C6F-0B23-8E3E-1BA0-473018CCAB0D}"/>
                    </a:ext>
                  </a:extLst>
                </p14:cNvPr>
                <p14:cNvContentPartPr/>
                <p14:nvPr/>
              </p14:nvContentPartPr>
              <p14:xfrm>
                <a:off x="3120768" y="6034536"/>
                <a:ext cx="344160" cy="129960"/>
              </p14:xfrm>
            </p:contentPart>
          </mc:Choice>
          <mc:Fallback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47D21C6F-0B23-8E3E-1BA0-473018CCAB0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03128" y="6016896"/>
                  <a:ext cx="379800" cy="16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377234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328</Words>
  <Application>Microsoft Office PowerPoint</Application>
  <PresentationFormat>Panoramiczny</PresentationFormat>
  <Paragraphs>54</Paragraphs>
  <Slides>20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Motyw pakietu Office</vt:lpstr>
      <vt:lpstr>Second presentation</vt:lpstr>
      <vt:lpstr>The objective of the project</vt:lpstr>
      <vt:lpstr>Assumptions (parameters)</vt:lpstr>
      <vt:lpstr>A description of the components and subcomponents used</vt:lpstr>
      <vt:lpstr>Data Flow Diagram </vt:lpstr>
      <vt:lpstr>Flowchart – sensor base mcu (G071RB)</vt:lpstr>
      <vt:lpstr>Flowchart – sensor base mcu (G071RB) – read sensors data and transmit data</vt:lpstr>
      <vt:lpstr>Flowchart – ESP8266 Tx</vt:lpstr>
      <vt:lpstr>Flowchart – ESP8266 Rx</vt:lpstr>
      <vt:lpstr>Flowchart – ESP8266 Rx – handleData</vt:lpstr>
      <vt:lpstr>Flowchart – NUCLEO-L476RG</vt:lpstr>
      <vt:lpstr>Flowchart – NUCLEO-L476RG UART</vt:lpstr>
      <vt:lpstr>Flowchart – NUCLEO-L476RG analyze_mess()</vt:lpstr>
      <vt:lpstr>Flowchart – NUCLEO-L476RG gui funcs</vt:lpstr>
      <vt:lpstr>Flowchart – NUCLEO-L476RG alarm</vt:lpstr>
      <vt:lpstr>uC peripherals used</vt:lpstr>
      <vt:lpstr>A description of the final result of the project</vt:lpstr>
      <vt:lpstr>Sensor circuit</vt:lpstr>
      <vt:lpstr>Display unit</vt:lpstr>
      <vt:lpstr>Comparison of the assumptions with the results obtained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S</dc:creator>
  <cp:lastModifiedBy>Marcel S</cp:lastModifiedBy>
  <cp:revision>1</cp:revision>
  <dcterms:created xsi:type="dcterms:W3CDTF">2026-05-14T15:08:00Z</dcterms:created>
  <dcterms:modified xsi:type="dcterms:W3CDTF">2026-05-14T20:26:16Z</dcterms:modified>
</cp:coreProperties>
</file>